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51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2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35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84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56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45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14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05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4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40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28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36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26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37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44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99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721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6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12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48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93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91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861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14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309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857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32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787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04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781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91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83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11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81821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285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30015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90735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8207616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0875072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5786738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407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65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684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80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931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792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843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58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70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3/13/26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8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  <p:sldLayoutId id="2147483795" r:id="rId45"/>
    <p:sldLayoutId id="2147483796" r:id="rId46"/>
    <p:sldLayoutId id="2147483797" r:id="rId47"/>
    <p:sldLayoutId id="2147483798" r:id="rId48"/>
    <p:sldLayoutId id="2147483799" r:id="rId49"/>
    <p:sldLayoutId id="2147483800" r:id="rId50"/>
    <p:sldLayoutId id="2147483801" r:id="rId51"/>
    <p:sldLayoutId id="2147483802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A533-8F15-1787-B350-D1090142C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/>
          <a:p>
            <a:r>
              <a:rPr lang="en-US" dirty="0"/>
              <a:t>Scheduler v4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D55D3-E9A8-8443-E3B0-2362E5368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This is to show and work out the processes and procedures for the flow of the scheduler application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897E1B4-1D65-B08C-218A-795D8DF697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2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47C9-2309-4832-BD69-E332B0BA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Up and Initial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6C214-69FC-EE21-0AF1-53762E84DEAD}"/>
              </a:ext>
            </a:extLst>
          </p:cNvPr>
          <p:cNvSpPr txBox="1"/>
          <p:nvPr/>
        </p:nvSpPr>
        <p:spPr>
          <a:xfrm>
            <a:off x="5037793" y="1388652"/>
            <a:ext cx="21164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Web Access 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A698C-9299-DF88-5340-F10E87935029}"/>
              </a:ext>
            </a:extLst>
          </p:cNvPr>
          <p:cNvSpPr txBox="1"/>
          <p:nvPr/>
        </p:nvSpPr>
        <p:spPr>
          <a:xfrm>
            <a:off x="4304269" y="2051222"/>
            <a:ext cx="35834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Send Index page to requestor which displays the header, status bar (footer) and place for data display.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505B8F-ED60-0C4E-1988-BCCFB21AE52F}"/>
              </a:ext>
            </a:extLst>
          </p:cNvPr>
          <p:cNvCxnSpPr>
            <a:stCxn id="4" idx="2"/>
          </p:cNvCxnSpPr>
          <p:nvPr/>
        </p:nvCxnSpPr>
        <p:spPr>
          <a:xfrm flipH="1">
            <a:off x="6095999" y="1757984"/>
            <a:ext cx="1" cy="293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90D102E-1523-D673-6C37-4D1986A428D2}"/>
              </a:ext>
            </a:extLst>
          </p:cNvPr>
          <p:cNvSpPr txBox="1"/>
          <p:nvPr/>
        </p:nvSpPr>
        <p:spPr>
          <a:xfrm>
            <a:off x="5465804" y="3071109"/>
            <a:ext cx="1260389" cy="1000897"/>
          </a:xfrm>
          <a:custGeom>
            <a:avLst/>
            <a:gdLst/>
            <a:ahLst/>
            <a:cxnLst/>
            <a:rect l="l" t="t" r="r" b="b"/>
            <a:pathLst>
              <a:path w="1260389" h="1000897">
                <a:moveTo>
                  <a:pt x="868008" y="508504"/>
                </a:moveTo>
                <a:lnTo>
                  <a:pt x="868008" y="521915"/>
                </a:lnTo>
                <a:cubicBezTo>
                  <a:pt x="868008" y="524252"/>
                  <a:pt x="867526" y="526690"/>
                  <a:pt x="866561" y="529230"/>
                </a:cubicBezTo>
                <a:cubicBezTo>
                  <a:pt x="865595" y="531770"/>
                  <a:pt x="864122" y="534082"/>
                  <a:pt x="862141" y="536164"/>
                </a:cubicBezTo>
                <a:cubicBezTo>
                  <a:pt x="860160" y="538247"/>
                  <a:pt x="857671" y="539974"/>
                  <a:pt x="854673" y="541346"/>
                </a:cubicBezTo>
                <a:cubicBezTo>
                  <a:pt x="851676" y="542718"/>
                  <a:pt x="848146" y="543403"/>
                  <a:pt x="844082" y="543403"/>
                </a:cubicBezTo>
                <a:cubicBezTo>
                  <a:pt x="842050" y="543403"/>
                  <a:pt x="840043" y="543226"/>
                  <a:pt x="838062" y="542870"/>
                </a:cubicBezTo>
                <a:cubicBezTo>
                  <a:pt x="836081" y="542514"/>
                  <a:pt x="834328" y="541829"/>
                  <a:pt x="832804" y="540813"/>
                </a:cubicBezTo>
                <a:cubicBezTo>
                  <a:pt x="831280" y="539797"/>
                  <a:pt x="830061" y="538450"/>
                  <a:pt x="829146" y="536774"/>
                </a:cubicBezTo>
                <a:cubicBezTo>
                  <a:pt x="828232" y="535098"/>
                  <a:pt x="827775" y="532939"/>
                  <a:pt x="827775" y="530297"/>
                </a:cubicBezTo>
                <a:cubicBezTo>
                  <a:pt x="827775" y="527452"/>
                  <a:pt x="828308" y="525141"/>
                  <a:pt x="829375" y="523363"/>
                </a:cubicBezTo>
                <a:cubicBezTo>
                  <a:pt x="830442" y="521585"/>
                  <a:pt x="831940" y="520112"/>
                  <a:pt x="833871" y="518943"/>
                </a:cubicBezTo>
                <a:cubicBezTo>
                  <a:pt x="835801" y="517775"/>
                  <a:pt x="838138" y="516860"/>
                  <a:pt x="840881" y="516200"/>
                </a:cubicBezTo>
                <a:cubicBezTo>
                  <a:pt x="843624" y="515540"/>
                  <a:pt x="846672" y="514905"/>
                  <a:pt x="850025" y="514295"/>
                </a:cubicBezTo>
                <a:cubicBezTo>
                  <a:pt x="853378" y="513685"/>
                  <a:pt x="856705" y="512898"/>
                  <a:pt x="860007" y="511933"/>
                </a:cubicBezTo>
                <a:cubicBezTo>
                  <a:pt x="863309" y="510968"/>
                  <a:pt x="865976" y="509825"/>
                  <a:pt x="868008" y="508504"/>
                </a:cubicBezTo>
                <a:close/>
                <a:moveTo>
                  <a:pt x="1077558" y="480157"/>
                </a:moveTo>
                <a:cubicBezTo>
                  <a:pt x="1081622" y="480157"/>
                  <a:pt x="1085229" y="480919"/>
                  <a:pt x="1088379" y="482443"/>
                </a:cubicBezTo>
                <a:cubicBezTo>
                  <a:pt x="1091528" y="483967"/>
                  <a:pt x="1094170" y="486126"/>
                  <a:pt x="1096304" y="488920"/>
                </a:cubicBezTo>
                <a:cubicBezTo>
                  <a:pt x="1098437" y="491714"/>
                  <a:pt x="1100037" y="495042"/>
                  <a:pt x="1101104" y="498903"/>
                </a:cubicBezTo>
                <a:cubicBezTo>
                  <a:pt x="1102171" y="502763"/>
                  <a:pt x="1102704" y="506980"/>
                  <a:pt x="1102704" y="511552"/>
                </a:cubicBezTo>
                <a:cubicBezTo>
                  <a:pt x="1102704" y="516022"/>
                  <a:pt x="1102222" y="520162"/>
                  <a:pt x="1101257" y="523972"/>
                </a:cubicBezTo>
                <a:cubicBezTo>
                  <a:pt x="1100291" y="527782"/>
                  <a:pt x="1098767" y="531084"/>
                  <a:pt x="1096685" y="533878"/>
                </a:cubicBezTo>
                <a:cubicBezTo>
                  <a:pt x="1094602" y="536672"/>
                  <a:pt x="1091985" y="538857"/>
                  <a:pt x="1088836" y="540432"/>
                </a:cubicBezTo>
                <a:cubicBezTo>
                  <a:pt x="1085686" y="542006"/>
                  <a:pt x="1081927" y="542794"/>
                  <a:pt x="1077558" y="542794"/>
                </a:cubicBezTo>
                <a:cubicBezTo>
                  <a:pt x="1073799" y="542794"/>
                  <a:pt x="1070497" y="542006"/>
                  <a:pt x="1067652" y="540432"/>
                </a:cubicBezTo>
                <a:cubicBezTo>
                  <a:pt x="1064808" y="538857"/>
                  <a:pt x="1062445" y="536672"/>
                  <a:pt x="1060566" y="533878"/>
                </a:cubicBezTo>
                <a:cubicBezTo>
                  <a:pt x="1058686" y="531084"/>
                  <a:pt x="1057264" y="527782"/>
                  <a:pt x="1056299" y="523972"/>
                </a:cubicBezTo>
                <a:cubicBezTo>
                  <a:pt x="1055333" y="520162"/>
                  <a:pt x="1054851" y="516022"/>
                  <a:pt x="1054851" y="511552"/>
                </a:cubicBezTo>
                <a:cubicBezTo>
                  <a:pt x="1054851" y="507081"/>
                  <a:pt x="1055333" y="502916"/>
                  <a:pt x="1056299" y="499055"/>
                </a:cubicBezTo>
                <a:cubicBezTo>
                  <a:pt x="1057264" y="495194"/>
                  <a:pt x="1058686" y="491867"/>
                  <a:pt x="1060566" y="489073"/>
                </a:cubicBezTo>
                <a:cubicBezTo>
                  <a:pt x="1062445" y="486279"/>
                  <a:pt x="1064808" y="484094"/>
                  <a:pt x="1067652" y="482520"/>
                </a:cubicBezTo>
                <a:cubicBezTo>
                  <a:pt x="1070497" y="480945"/>
                  <a:pt x="1073799" y="480157"/>
                  <a:pt x="1077558" y="480157"/>
                </a:cubicBezTo>
                <a:close/>
                <a:moveTo>
                  <a:pt x="993815" y="479243"/>
                </a:moveTo>
                <a:cubicBezTo>
                  <a:pt x="1000927" y="479243"/>
                  <a:pt x="1006438" y="481453"/>
                  <a:pt x="1010350" y="485872"/>
                </a:cubicBezTo>
                <a:cubicBezTo>
                  <a:pt x="1014262" y="490292"/>
                  <a:pt x="1016421" y="496464"/>
                  <a:pt x="1016827" y="504389"/>
                </a:cubicBezTo>
                <a:lnTo>
                  <a:pt x="969431" y="504389"/>
                </a:lnTo>
                <a:cubicBezTo>
                  <a:pt x="969837" y="500731"/>
                  <a:pt x="970650" y="497379"/>
                  <a:pt x="971869" y="494331"/>
                </a:cubicBezTo>
                <a:cubicBezTo>
                  <a:pt x="973088" y="491283"/>
                  <a:pt x="974714" y="488641"/>
                  <a:pt x="976746" y="486406"/>
                </a:cubicBezTo>
                <a:cubicBezTo>
                  <a:pt x="978778" y="484171"/>
                  <a:pt x="981216" y="482418"/>
                  <a:pt x="984061" y="481148"/>
                </a:cubicBezTo>
                <a:cubicBezTo>
                  <a:pt x="986906" y="479878"/>
                  <a:pt x="990157" y="479243"/>
                  <a:pt x="993815" y="479243"/>
                </a:cubicBezTo>
                <a:close/>
                <a:moveTo>
                  <a:pt x="498515" y="479243"/>
                </a:moveTo>
                <a:cubicBezTo>
                  <a:pt x="505627" y="479243"/>
                  <a:pt x="511138" y="481453"/>
                  <a:pt x="515050" y="485872"/>
                </a:cubicBezTo>
                <a:cubicBezTo>
                  <a:pt x="518962" y="490292"/>
                  <a:pt x="521121" y="496464"/>
                  <a:pt x="521527" y="504389"/>
                </a:cubicBezTo>
                <a:lnTo>
                  <a:pt x="474131" y="504389"/>
                </a:lnTo>
                <a:cubicBezTo>
                  <a:pt x="474537" y="500731"/>
                  <a:pt x="475350" y="497379"/>
                  <a:pt x="476569" y="494331"/>
                </a:cubicBezTo>
                <a:cubicBezTo>
                  <a:pt x="477788" y="491283"/>
                  <a:pt x="479414" y="488641"/>
                  <a:pt x="481446" y="486406"/>
                </a:cubicBezTo>
                <a:cubicBezTo>
                  <a:pt x="483478" y="484171"/>
                  <a:pt x="485916" y="482418"/>
                  <a:pt x="488761" y="481148"/>
                </a:cubicBezTo>
                <a:cubicBezTo>
                  <a:pt x="491606" y="479878"/>
                  <a:pt x="494857" y="479243"/>
                  <a:pt x="498515" y="479243"/>
                </a:cubicBezTo>
                <a:close/>
                <a:moveTo>
                  <a:pt x="692367" y="470251"/>
                </a:moveTo>
                <a:lnTo>
                  <a:pt x="692367" y="552090"/>
                </a:lnTo>
                <a:lnTo>
                  <a:pt x="706541" y="552090"/>
                </a:lnTo>
                <a:lnTo>
                  <a:pt x="706541" y="470251"/>
                </a:lnTo>
                <a:close/>
                <a:moveTo>
                  <a:pt x="234710" y="470251"/>
                </a:moveTo>
                <a:lnTo>
                  <a:pt x="234710" y="526639"/>
                </a:lnTo>
                <a:cubicBezTo>
                  <a:pt x="234710" y="535275"/>
                  <a:pt x="237199" y="541981"/>
                  <a:pt x="242178" y="546756"/>
                </a:cubicBezTo>
                <a:cubicBezTo>
                  <a:pt x="247156" y="551531"/>
                  <a:pt x="253913" y="553919"/>
                  <a:pt x="262447" y="553919"/>
                </a:cubicBezTo>
                <a:cubicBezTo>
                  <a:pt x="268340" y="553919"/>
                  <a:pt x="273191" y="552725"/>
                  <a:pt x="277001" y="550338"/>
                </a:cubicBezTo>
                <a:cubicBezTo>
                  <a:pt x="280811" y="547950"/>
                  <a:pt x="284189" y="544724"/>
                  <a:pt x="287136" y="540660"/>
                </a:cubicBezTo>
                <a:lnTo>
                  <a:pt x="287441" y="540660"/>
                </a:lnTo>
                <a:lnTo>
                  <a:pt x="287441" y="552090"/>
                </a:lnTo>
                <a:lnTo>
                  <a:pt x="301461" y="552090"/>
                </a:lnTo>
                <a:lnTo>
                  <a:pt x="301461" y="470251"/>
                </a:lnTo>
                <a:lnTo>
                  <a:pt x="287288" y="470251"/>
                </a:lnTo>
                <a:lnTo>
                  <a:pt x="287288" y="520086"/>
                </a:lnTo>
                <a:cubicBezTo>
                  <a:pt x="287288" y="523236"/>
                  <a:pt x="286806" y="526182"/>
                  <a:pt x="285840" y="528925"/>
                </a:cubicBezTo>
                <a:cubicBezTo>
                  <a:pt x="284875" y="531669"/>
                  <a:pt x="283504" y="534031"/>
                  <a:pt x="281726" y="536012"/>
                </a:cubicBezTo>
                <a:cubicBezTo>
                  <a:pt x="279948" y="537993"/>
                  <a:pt x="277789" y="539543"/>
                  <a:pt x="275249" y="540660"/>
                </a:cubicBezTo>
                <a:cubicBezTo>
                  <a:pt x="272709" y="541778"/>
                  <a:pt x="269864" y="542337"/>
                  <a:pt x="266714" y="542337"/>
                </a:cubicBezTo>
                <a:cubicBezTo>
                  <a:pt x="261025" y="542337"/>
                  <a:pt x="256630" y="540889"/>
                  <a:pt x="253532" y="537993"/>
                </a:cubicBezTo>
                <a:cubicBezTo>
                  <a:pt x="250433" y="535098"/>
                  <a:pt x="248883" y="531059"/>
                  <a:pt x="248883" y="525877"/>
                </a:cubicBezTo>
                <a:lnTo>
                  <a:pt x="248883" y="470251"/>
                </a:lnTo>
                <a:close/>
                <a:moveTo>
                  <a:pt x="993815" y="468270"/>
                </a:moveTo>
                <a:cubicBezTo>
                  <a:pt x="987922" y="468270"/>
                  <a:pt x="982562" y="469388"/>
                  <a:pt x="977736" y="471623"/>
                </a:cubicBezTo>
                <a:cubicBezTo>
                  <a:pt x="972910" y="473858"/>
                  <a:pt x="968796" y="476932"/>
                  <a:pt x="965392" y="480843"/>
                </a:cubicBezTo>
                <a:cubicBezTo>
                  <a:pt x="961988" y="484755"/>
                  <a:pt x="959347" y="489327"/>
                  <a:pt x="957467" y="494559"/>
                </a:cubicBezTo>
                <a:cubicBezTo>
                  <a:pt x="955588" y="499792"/>
                  <a:pt x="954648" y="505354"/>
                  <a:pt x="954648" y="511247"/>
                </a:cubicBezTo>
                <a:cubicBezTo>
                  <a:pt x="954648" y="517241"/>
                  <a:pt x="955537" y="522855"/>
                  <a:pt x="957315" y="528087"/>
                </a:cubicBezTo>
                <a:cubicBezTo>
                  <a:pt x="959093" y="533320"/>
                  <a:pt x="961709" y="537892"/>
                  <a:pt x="965163" y="541803"/>
                </a:cubicBezTo>
                <a:cubicBezTo>
                  <a:pt x="968618" y="545715"/>
                  <a:pt x="972809" y="548788"/>
                  <a:pt x="977736" y="551023"/>
                </a:cubicBezTo>
                <a:cubicBezTo>
                  <a:pt x="982664" y="553259"/>
                  <a:pt x="988277" y="554376"/>
                  <a:pt x="994577" y="554376"/>
                </a:cubicBezTo>
                <a:cubicBezTo>
                  <a:pt x="1004025" y="554376"/>
                  <a:pt x="1011874" y="552014"/>
                  <a:pt x="1018122" y="547290"/>
                </a:cubicBezTo>
                <a:cubicBezTo>
                  <a:pt x="1024371" y="542565"/>
                  <a:pt x="1028409" y="536393"/>
                  <a:pt x="1030238" y="528773"/>
                </a:cubicBezTo>
                <a:lnTo>
                  <a:pt x="1016370" y="528773"/>
                </a:lnTo>
                <a:cubicBezTo>
                  <a:pt x="1015049" y="533142"/>
                  <a:pt x="1012534" y="536571"/>
                  <a:pt x="1008826" y="539060"/>
                </a:cubicBezTo>
                <a:cubicBezTo>
                  <a:pt x="1005118" y="541549"/>
                  <a:pt x="1000419" y="542794"/>
                  <a:pt x="994729" y="542794"/>
                </a:cubicBezTo>
                <a:cubicBezTo>
                  <a:pt x="990767" y="542794"/>
                  <a:pt x="987261" y="542083"/>
                  <a:pt x="984213" y="540660"/>
                </a:cubicBezTo>
                <a:cubicBezTo>
                  <a:pt x="981165" y="539238"/>
                  <a:pt x="978575" y="537257"/>
                  <a:pt x="976441" y="534717"/>
                </a:cubicBezTo>
                <a:cubicBezTo>
                  <a:pt x="974307" y="532177"/>
                  <a:pt x="972631" y="529179"/>
                  <a:pt x="971412" y="525725"/>
                </a:cubicBezTo>
                <a:cubicBezTo>
                  <a:pt x="970193" y="522271"/>
                  <a:pt x="969431" y="518562"/>
                  <a:pt x="969126" y="514600"/>
                </a:cubicBezTo>
                <a:lnTo>
                  <a:pt x="1031915" y="514600"/>
                </a:lnTo>
                <a:cubicBezTo>
                  <a:pt x="1031915" y="507589"/>
                  <a:pt x="1031076" y="501239"/>
                  <a:pt x="1029400" y="495550"/>
                </a:cubicBezTo>
                <a:cubicBezTo>
                  <a:pt x="1027724" y="489860"/>
                  <a:pt x="1025209" y="484983"/>
                  <a:pt x="1021856" y="480919"/>
                </a:cubicBezTo>
                <a:cubicBezTo>
                  <a:pt x="1018605" y="476957"/>
                  <a:pt x="1014643" y="473858"/>
                  <a:pt x="1009969" y="471623"/>
                </a:cubicBezTo>
                <a:cubicBezTo>
                  <a:pt x="1005295" y="469388"/>
                  <a:pt x="999911" y="468270"/>
                  <a:pt x="993815" y="468270"/>
                </a:cubicBezTo>
                <a:close/>
                <a:moveTo>
                  <a:pt x="850178" y="468270"/>
                </a:moveTo>
                <a:cubicBezTo>
                  <a:pt x="844691" y="468270"/>
                  <a:pt x="839891" y="468981"/>
                  <a:pt x="835776" y="470404"/>
                </a:cubicBezTo>
                <a:cubicBezTo>
                  <a:pt x="831661" y="471826"/>
                  <a:pt x="828232" y="473757"/>
                  <a:pt x="825489" y="476195"/>
                </a:cubicBezTo>
                <a:cubicBezTo>
                  <a:pt x="822746" y="478633"/>
                  <a:pt x="820663" y="481427"/>
                  <a:pt x="819240" y="484577"/>
                </a:cubicBezTo>
                <a:cubicBezTo>
                  <a:pt x="817818" y="487727"/>
                  <a:pt x="817056" y="491029"/>
                  <a:pt x="816954" y="494483"/>
                </a:cubicBezTo>
                <a:lnTo>
                  <a:pt x="830670" y="494483"/>
                </a:lnTo>
                <a:cubicBezTo>
                  <a:pt x="830873" y="489606"/>
                  <a:pt x="832575" y="485745"/>
                  <a:pt x="835776" y="482901"/>
                </a:cubicBezTo>
                <a:cubicBezTo>
                  <a:pt x="838976" y="480056"/>
                  <a:pt x="843827" y="478633"/>
                  <a:pt x="850330" y="478633"/>
                </a:cubicBezTo>
                <a:cubicBezTo>
                  <a:pt x="856019" y="478633"/>
                  <a:pt x="860363" y="479903"/>
                  <a:pt x="863360" y="482443"/>
                </a:cubicBezTo>
                <a:cubicBezTo>
                  <a:pt x="866357" y="484983"/>
                  <a:pt x="867856" y="488489"/>
                  <a:pt x="867856" y="492959"/>
                </a:cubicBezTo>
                <a:cubicBezTo>
                  <a:pt x="867856" y="495093"/>
                  <a:pt x="867399" y="496820"/>
                  <a:pt x="866484" y="498141"/>
                </a:cubicBezTo>
                <a:cubicBezTo>
                  <a:pt x="865570" y="499461"/>
                  <a:pt x="864249" y="500554"/>
                  <a:pt x="862522" y="501417"/>
                </a:cubicBezTo>
                <a:cubicBezTo>
                  <a:pt x="860795" y="502281"/>
                  <a:pt x="858712" y="502967"/>
                  <a:pt x="856274" y="503475"/>
                </a:cubicBezTo>
                <a:cubicBezTo>
                  <a:pt x="853835" y="503983"/>
                  <a:pt x="851092" y="504389"/>
                  <a:pt x="848044" y="504694"/>
                </a:cubicBezTo>
                <a:cubicBezTo>
                  <a:pt x="842761" y="505303"/>
                  <a:pt x="837960" y="506116"/>
                  <a:pt x="833642" y="507132"/>
                </a:cubicBezTo>
                <a:cubicBezTo>
                  <a:pt x="829324" y="508148"/>
                  <a:pt x="825616" y="509571"/>
                  <a:pt x="822517" y="511399"/>
                </a:cubicBezTo>
                <a:cubicBezTo>
                  <a:pt x="819418" y="513228"/>
                  <a:pt x="817031" y="515667"/>
                  <a:pt x="815354" y="518715"/>
                </a:cubicBezTo>
                <a:cubicBezTo>
                  <a:pt x="813678" y="521763"/>
                  <a:pt x="812840" y="525674"/>
                  <a:pt x="812840" y="530449"/>
                </a:cubicBezTo>
                <a:cubicBezTo>
                  <a:pt x="812840" y="534412"/>
                  <a:pt x="813551" y="537841"/>
                  <a:pt x="814973" y="540736"/>
                </a:cubicBezTo>
                <a:cubicBezTo>
                  <a:pt x="816396" y="543632"/>
                  <a:pt x="818351" y="546045"/>
                  <a:pt x="820841" y="547975"/>
                </a:cubicBezTo>
                <a:cubicBezTo>
                  <a:pt x="823330" y="549906"/>
                  <a:pt x="826276" y="551354"/>
                  <a:pt x="829680" y="552319"/>
                </a:cubicBezTo>
                <a:cubicBezTo>
                  <a:pt x="833083" y="553284"/>
                  <a:pt x="836715" y="553767"/>
                  <a:pt x="840576" y="553767"/>
                </a:cubicBezTo>
                <a:cubicBezTo>
                  <a:pt x="844031" y="553767"/>
                  <a:pt x="847155" y="553386"/>
                  <a:pt x="849949" y="552624"/>
                </a:cubicBezTo>
                <a:cubicBezTo>
                  <a:pt x="852743" y="551862"/>
                  <a:pt x="855257" y="550846"/>
                  <a:pt x="857493" y="549576"/>
                </a:cubicBezTo>
                <a:cubicBezTo>
                  <a:pt x="859728" y="548306"/>
                  <a:pt x="861709" y="546858"/>
                  <a:pt x="863436" y="545232"/>
                </a:cubicBezTo>
                <a:cubicBezTo>
                  <a:pt x="865163" y="543607"/>
                  <a:pt x="866688" y="541879"/>
                  <a:pt x="868008" y="540051"/>
                </a:cubicBezTo>
                <a:lnTo>
                  <a:pt x="868161" y="540051"/>
                </a:lnTo>
                <a:cubicBezTo>
                  <a:pt x="868973" y="544419"/>
                  <a:pt x="870498" y="547645"/>
                  <a:pt x="872733" y="549728"/>
                </a:cubicBezTo>
                <a:cubicBezTo>
                  <a:pt x="874968" y="551811"/>
                  <a:pt x="878270" y="552852"/>
                  <a:pt x="882639" y="552852"/>
                </a:cubicBezTo>
                <a:cubicBezTo>
                  <a:pt x="884366" y="552852"/>
                  <a:pt x="885814" y="552725"/>
                  <a:pt x="886982" y="552471"/>
                </a:cubicBezTo>
                <a:cubicBezTo>
                  <a:pt x="888151" y="552217"/>
                  <a:pt x="889243" y="551938"/>
                  <a:pt x="890259" y="551633"/>
                </a:cubicBezTo>
                <a:lnTo>
                  <a:pt x="890259" y="541727"/>
                </a:lnTo>
                <a:lnTo>
                  <a:pt x="889649" y="541727"/>
                </a:lnTo>
                <a:cubicBezTo>
                  <a:pt x="886093" y="542540"/>
                  <a:pt x="883756" y="542133"/>
                  <a:pt x="882639" y="540508"/>
                </a:cubicBezTo>
                <a:cubicBezTo>
                  <a:pt x="881521" y="538882"/>
                  <a:pt x="880962" y="536444"/>
                  <a:pt x="880962" y="533193"/>
                </a:cubicBezTo>
                <a:lnTo>
                  <a:pt x="880962" y="494940"/>
                </a:lnTo>
                <a:cubicBezTo>
                  <a:pt x="880962" y="489454"/>
                  <a:pt x="879997" y="484882"/>
                  <a:pt x="878067" y="481224"/>
                </a:cubicBezTo>
                <a:cubicBezTo>
                  <a:pt x="876136" y="477567"/>
                  <a:pt x="873444" y="474722"/>
                  <a:pt x="869990" y="472690"/>
                </a:cubicBezTo>
                <a:cubicBezTo>
                  <a:pt x="867348" y="471166"/>
                  <a:pt x="864351" y="470048"/>
                  <a:pt x="860998" y="469337"/>
                </a:cubicBezTo>
                <a:cubicBezTo>
                  <a:pt x="857645" y="468626"/>
                  <a:pt x="854038" y="468270"/>
                  <a:pt x="850178" y="468270"/>
                </a:cubicBezTo>
                <a:close/>
                <a:moveTo>
                  <a:pt x="765977" y="468270"/>
                </a:moveTo>
                <a:cubicBezTo>
                  <a:pt x="759881" y="468270"/>
                  <a:pt x="754369" y="469388"/>
                  <a:pt x="749441" y="471623"/>
                </a:cubicBezTo>
                <a:cubicBezTo>
                  <a:pt x="744513" y="473858"/>
                  <a:pt x="740323" y="476932"/>
                  <a:pt x="736868" y="480843"/>
                </a:cubicBezTo>
                <a:cubicBezTo>
                  <a:pt x="733414" y="484755"/>
                  <a:pt x="730747" y="489327"/>
                  <a:pt x="728867" y="494559"/>
                </a:cubicBezTo>
                <a:cubicBezTo>
                  <a:pt x="726988" y="499792"/>
                  <a:pt x="726048" y="505354"/>
                  <a:pt x="726048" y="511247"/>
                </a:cubicBezTo>
                <a:cubicBezTo>
                  <a:pt x="726048" y="517241"/>
                  <a:pt x="726988" y="522855"/>
                  <a:pt x="728867" y="528087"/>
                </a:cubicBezTo>
                <a:cubicBezTo>
                  <a:pt x="730747" y="533320"/>
                  <a:pt x="733414" y="537892"/>
                  <a:pt x="736868" y="541803"/>
                </a:cubicBezTo>
                <a:cubicBezTo>
                  <a:pt x="740323" y="545715"/>
                  <a:pt x="744513" y="548788"/>
                  <a:pt x="749441" y="551023"/>
                </a:cubicBezTo>
                <a:cubicBezTo>
                  <a:pt x="754369" y="553259"/>
                  <a:pt x="759881" y="554376"/>
                  <a:pt x="765977" y="554376"/>
                </a:cubicBezTo>
                <a:cubicBezTo>
                  <a:pt x="776441" y="554376"/>
                  <a:pt x="784747" y="551633"/>
                  <a:pt x="790894" y="546147"/>
                </a:cubicBezTo>
                <a:cubicBezTo>
                  <a:pt x="797041" y="540660"/>
                  <a:pt x="800571" y="532989"/>
                  <a:pt x="801486" y="523134"/>
                </a:cubicBezTo>
                <a:lnTo>
                  <a:pt x="787465" y="523134"/>
                </a:lnTo>
                <a:cubicBezTo>
                  <a:pt x="786957" y="529230"/>
                  <a:pt x="784849" y="534031"/>
                  <a:pt x="781140" y="537536"/>
                </a:cubicBezTo>
                <a:cubicBezTo>
                  <a:pt x="777432" y="541041"/>
                  <a:pt x="772377" y="542794"/>
                  <a:pt x="765977" y="542794"/>
                </a:cubicBezTo>
                <a:cubicBezTo>
                  <a:pt x="761811" y="542794"/>
                  <a:pt x="758128" y="541981"/>
                  <a:pt x="754928" y="540355"/>
                </a:cubicBezTo>
                <a:cubicBezTo>
                  <a:pt x="751727" y="538730"/>
                  <a:pt x="749060" y="536495"/>
                  <a:pt x="746927" y="533650"/>
                </a:cubicBezTo>
                <a:cubicBezTo>
                  <a:pt x="744793" y="530805"/>
                  <a:pt x="743193" y="527478"/>
                  <a:pt x="742126" y="523668"/>
                </a:cubicBezTo>
                <a:cubicBezTo>
                  <a:pt x="741059" y="519858"/>
                  <a:pt x="740526" y="515717"/>
                  <a:pt x="740526" y="511247"/>
                </a:cubicBezTo>
                <a:cubicBezTo>
                  <a:pt x="740526" y="506878"/>
                  <a:pt x="741059" y="502763"/>
                  <a:pt x="742126" y="498903"/>
                </a:cubicBezTo>
                <a:cubicBezTo>
                  <a:pt x="743193" y="495042"/>
                  <a:pt x="744793" y="491689"/>
                  <a:pt x="746927" y="488844"/>
                </a:cubicBezTo>
                <a:cubicBezTo>
                  <a:pt x="749060" y="485999"/>
                  <a:pt x="751727" y="483764"/>
                  <a:pt x="754928" y="482139"/>
                </a:cubicBezTo>
                <a:cubicBezTo>
                  <a:pt x="758128" y="480513"/>
                  <a:pt x="761811" y="479700"/>
                  <a:pt x="765977" y="479700"/>
                </a:cubicBezTo>
                <a:cubicBezTo>
                  <a:pt x="771971" y="479700"/>
                  <a:pt x="776746" y="481224"/>
                  <a:pt x="780302" y="484272"/>
                </a:cubicBezTo>
                <a:cubicBezTo>
                  <a:pt x="783858" y="487320"/>
                  <a:pt x="786144" y="491537"/>
                  <a:pt x="787160" y="496921"/>
                </a:cubicBezTo>
                <a:lnTo>
                  <a:pt x="801333" y="496921"/>
                </a:lnTo>
                <a:cubicBezTo>
                  <a:pt x="799911" y="488082"/>
                  <a:pt x="796126" y="481097"/>
                  <a:pt x="789980" y="475966"/>
                </a:cubicBezTo>
                <a:cubicBezTo>
                  <a:pt x="783833" y="470836"/>
                  <a:pt x="775832" y="468270"/>
                  <a:pt x="765977" y="468270"/>
                </a:cubicBezTo>
                <a:close/>
                <a:moveTo>
                  <a:pt x="589878" y="468270"/>
                </a:moveTo>
                <a:cubicBezTo>
                  <a:pt x="583884" y="468270"/>
                  <a:pt x="578804" y="469489"/>
                  <a:pt x="574638" y="471928"/>
                </a:cubicBezTo>
                <a:cubicBezTo>
                  <a:pt x="570473" y="474366"/>
                  <a:pt x="566917" y="477668"/>
                  <a:pt x="563970" y="481834"/>
                </a:cubicBezTo>
                <a:lnTo>
                  <a:pt x="563513" y="481834"/>
                </a:lnTo>
                <a:lnTo>
                  <a:pt x="563513" y="470251"/>
                </a:lnTo>
                <a:lnTo>
                  <a:pt x="549492" y="470251"/>
                </a:lnTo>
                <a:lnTo>
                  <a:pt x="549492" y="552090"/>
                </a:lnTo>
                <a:lnTo>
                  <a:pt x="563666" y="552090"/>
                </a:lnTo>
                <a:lnTo>
                  <a:pt x="563666" y="502255"/>
                </a:lnTo>
                <a:cubicBezTo>
                  <a:pt x="563666" y="499004"/>
                  <a:pt x="564199" y="496007"/>
                  <a:pt x="565266" y="493264"/>
                </a:cubicBezTo>
                <a:cubicBezTo>
                  <a:pt x="566333" y="490521"/>
                  <a:pt x="567831" y="488184"/>
                  <a:pt x="569762" y="486253"/>
                </a:cubicBezTo>
                <a:cubicBezTo>
                  <a:pt x="571692" y="484323"/>
                  <a:pt x="574003" y="482824"/>
                  <a:pt x="576696" y="481758"/>
                </a:cubicBezTo>
                <a:cubicBezTo>
                  <a:pt x="579388" y="480691"/>
                  <a:pt x="582309" y="480157"/>
                  <a:pt x="585459" y="480157"/>
                </a:cubicBezTo>
                <a:cubicBezTo>
                  <a:pt x="591047" y="480157"/>
                  <a:pt x="595441" y="481580"/>
                  <a:pt x="598641" y="484425"/>
                </a:cubicBezTo>
                <a:cubicBezTo>
                  <a:pt x="601842" y="487269"/>
                  <a:pt x="603442" y="491333"/>
                  <a:pt x="603442" y="496617"/>
                </a:cubicBezTo>
                <a:lnTo>
                  <a:pt x="603442" y="552090"/>
                </a:lnTo>
                <a:lnTo>
                  <a:pt x="617463" y="552090"/>
                </a:lnTo>
                <a:lnTo>
                  <a:pt x="617463" y="494940"/>
                </a:lnTo>
                <a:cubicBezTo>
                  <a:pt x="617463" y="486304"/>
                  <a:pt x="615024" y="479700"/>
                  <a:pt x="610148" y="475128"/>
                </a:cubicBezTo>
                <a:cubicBezTo>
                  <a:pt x="605271" y="470556"/>
                  <a:pt x="598514" y="468270"/>
                  <a:pt x="589878" y="468270"/>
                </a:cubicBezTo>
                <a:close/>
                <a:moveTo>
                  <a:pt x="498515" y="468270"/>
                </a:moveTo>
                <a:cubicBezTo>
                  <a:pt x="492622" y="468270"/>
                  <a:pt x="487262" y="469388"/>
                  <a:pt x="482436" y="471623"/>
                </a:cubicBezTo>
                <a:cubicBezTo>
                  <a:pt x="477610" y="473858"/>
                  <a:pt x="473496" y="476932"/>
                  <a:pt x="470092" y="480843"/>
                </a:cubicBezTo>
                <a:cubicBezTo>
                  <a:pt x="466688" y="484755"/>
                  <a:pt x="464047" y="489327"/>
                  <a:pt x="462167" y="494559"/>
                </a:cubicBezTo>
                <a:cubicBezTo>
                  <a:pt x="460288" y="499792"/>
                  <a:pt x="459348" y="505354"/>
                  <a:pt x="459348" y="511247"/>
                </a:cubicBezTo>
                <a:cubicBezTo>
                  <a:pt x="459348" y="517241"/>
                  <a:pt x="460237" y="522855"/>
                  <a:pt x="462015" y="528087"/>
                </a:cubicBezTo>
                <a:cubicBezTo>
                  <a:pt x="463793" y="533320"/>
                  <a:pt x="466409" y="537892"/>
                  <a:pt x="469863" y="541803"/>
                </a:cubicBezTo>
                <a:cubicBezTo>
                  <a:pt x="473318" y="545715"/>
                  <a:pt x="477509" y="548788"/>
                  <a:pt x="482436" y="551023"/>
                </a:cubicBezTo>
                <a:cubicBezTo>
                  <a:pt x="487364" y="553259"/>
                  <a:pt x="492977" y="554376"/>
                  <a:pt x="499277" y="554376"/>
                </a:cubicBezTo>
                <a:cubicBezTo>
                  <a:pt x="508725" y="554376"/>
                  <a:pt x="516574" y="552014"/>
                  <a:pt x="522822" y="547290"/>
                </a:cubicBezTo>
                <a:cubicBezTo>
                  <a:pt x="529071" y="542565"/>
                  <a:pt x="533109" y="536393"/>
                  <a:pt x="534938" y="528773"/>
                </a:cubicBezTo>
                <a:lnTo>
                  <a:pt x="521070" y="528773"/>
                </a:lnTo>
                <a:cubicBezTo>
                  <a:pt x="519749" y="533142"/>
                  <a:pt x="517234" y="536571"/>
                  <a:pt x="513526" y="539060"/>
                </a:cubicBezTo>
                <a:cubicBezTo>
                  <a:pt x="509818" y="541549"/>
                  <a:pt x="505119" y="542794"/>
                  <a:pt x="499429" y="542794"/>
                </a:cubicBezTo>
                <a:cubicBezTo>
                  <a:pt x="495467" y="542794"/>
                  <a:pt x="491961" y="542083"/>
                  <a:pt x="488913" y="540660"/>
                </a:cubicBezTo>
                <a:cubicBezTo>
                  <a:pt x="485865" y="539238"/>
                  <a:pt x="483275" y="537257"/>
                  <a:pt x="481141" y="534717"/>
                </a:cubicBezTo>
                <a:cubicBezTo>
                  <a:pt x="479007" y="532177"/>
                  <a:pt x="477331" y="529179"/>
                  <a:pt x="476112" y="525725"/>
                </a:cubicBezTo>
                <a:cubicBezTo>
                  <a:pt x="474893" y="522271"/>
                  <a:pt x="474131" y="518562"/>
                  <a:pt x="473826" y="514600"/>
                </a:cubicBezTo>
                <a:lnTo>
                  <a:pt x="536615" y="514600"/>
                </a:lnTo>
                <a:cubicBezTo>
                  <a:pt x="536615" y="507589"/>
                  <a:pt x="535776" y="501239"/>
                  <a:pt x="534100" y="495550"/>
                </a:cubicBezTo>
                <a:cubicBezTo>
                  <a:pt x="532424" y="489860"/>
                  <a:pt x="529909" y="484983"/>
                  <a:pt x="526556" y="480919"/>
                </a:cubicBezTo>
                <a:cubicBezTo>
                  <a:pt x="523305" y="476957"/>
                  <a:pt x="519343" y="473858"/>
                  <a:pt x="514669" y="471623"/>
                </a:cubicBezTo>
                <a:cubicBezTo>
                  <a:pt x="509995" y="469388"/>
                  <a:pt x="504611" y="468270"/>
                  <a:pt x="498515" y="468270"/>
                </a:cubicBezTo>
                <a:close/>
                <a:moveTo>
                  <a:pt x="173522" y="451049"/>
                </a:moveTo>
                <a:lnTo>
                  <a:pt x="173979" y="451049"/>
                </a:lnTo>
                <a:cubicBezTo>
                  <a:pt x="174588" y="453691"/>
                  <a:pt x="175249" y="456332"/>
                  <a:pt x="175960" y="458974"/>
                </a:cubicBezTo>
                <a:cubicBezTo>
                  <a:pt x="176570" y="461311"/>
                  <a:pt x="177281" y="463901"/>
                  <a:pt x="178094" y="466746"/>
                </a:cubicBezTo>
                <a:cubicBezTo>
                  <a:pt x="178906" y="469591"/>
                  <a:pt x="179821" y="472385"/>
                  <a:pt x="180837" y="475128"/>
                </a:cubicBezTo>
                <a:lnTo>
                  <a:pt x="191657" y="506827"/>
                </a:lnTo>
                <a:lnTo>
                  <a:pt x="155386" y="506827"/>
                </a:lnTo>
                <a:lnTo>
                  <a:pt x="166511" y="475128"/>
                </a:lnTo>
                <a:cubicBezTo>
                  <a:pt x="167426" y="472487"/>
                  <a:pt x="168289" y="469743"/>
                  <a:pt x="169102" y="466899"/>
                </a:cubicBezTo>
                <a:cubicBezTo>
                  <a:pt x="169915" y="464054"/>
                  <a:pt x="170677" y="461463"/>
                  <a:pt x="171388" y="459126"/>
                </a:cubicBezTo>
                <a:cubicBezTo>
                  <a:pt x="172099" y="456383"/>
                  <a:pt x="172810" y="453691"/>
                  <a:pt x="173522" y="451049"/>
                </a:cubicBezTo>
                <a:close/>
                <a:moveTo>
                  <a:pt x="909690" y="444496"/>
                </a:moveTo>
                <a:lnTo>
                  <a:pt x="909690" y="470251"/>
                </a:lnTo>
                <a:lnTo>
                  <a:pt x="896888" y="470251"/>
                </a:lnTo>
                <a:lnTo>
                  <a:pt x="896888" y="481224"/>
                </a:lnTo>
                <a:lnTo>
                  <a:pt x="909690" y="481224"/>
                </a:lnTo>
                <a:lnTo>
                  <a:pt x="909690" y="536088"/>
                </a:lnTo>
                <a:cubicBezTo>
                  <a:pt x="909690" y="542083"/>
                  <a:pt x="911417" y="546324"/>
                  <a:pt x="914871" y="548814"/>
                </a:cubicBezTo>
                <a:cubicBezTo>
                  <a:pt x="918326" y="551303"/>
                  <a:pt x="922796" y="552598"/>
                  <a:pt x="928283" y="552700"/>
                </a:cubicBezTo>
                <a:cubicBezTo>
                  <a:pt x="932042" y="552700"/>
                  <a:pt x="935852" y="552243"/>
                  <a:pt x="939713" y="551328"/>
                </a:cubicBezTo>
                <a:lnTo>
                  <a:pt x="939713" y="539441"/>
                </a:lnTo>
                <a:lnTo>
                  <a:pt x="939255" y="539441"/>
                </a:lnTo>
                <a:cubicBezTo>
                  <a:pt x="938443" y="539644"/>
                  <a:pt x="937350" y="539873"/>
                  <a:pt x="935979" y="540127"/>
                </a:cubicBezTo>
                <a:cubicBezTo>
                  <a:pt x="934607" y="540381"/>
                  <a:pt x="933312" y="540508"/>
                  <a:pt x="932093" y="540508"/>
                </a:cubicBezTo>
                <a:cubicBezTo>
                  <a:pt x="929451" y="540508"/>
                  <a:pt x="927394" y="539974"/>
                  <a:pt x="925920" y="538908"/>
                </a:cubicBezTo>
                <a:cubicBezTo>
                  <a:pt x="924447" y="537841"/>
                  <a:pt x="923711" y="535834"/>
                  <a:pt x="923711" y="532888"/>
                </a:cubicBezTo>
                <a:lnTo>
                  <a:pt x="923711" y="481224"/>
                </a:lnTo>
                <a:lnTo>
                  <a:pt x="940627" y="481224"/>
                </a:lnTo>
                <a:lnTo>
                  <a:pt x="940627" y="470251"/>
                </a:lnTo>
                <a:lnTo>
                  <a:pt x="923711" y="470251"/>
                </a:lnTo>
                <a:lnTo>
                  <a:pt x="923711" y="444496"/>
                </a:lnTo>
                <a:close/>
                <a:moveTo>
                  <a:pt x="642990" y="444496"/>
                </a:moveTo>
                <a:lnTo>
                  <a:pt x="642990" y="470251"/>
                </a:lnTo>
                <a:lnTo>
                  <a:pt x="630188" y="470251"/>
                </a:lnTo>
                <a:lnTo>
                  <a:pt x="630188" y="481224"/>
                </a:lnTo>
                <a:lnTo>
                  <a:pt x="642990" y="481224"/>
                </a:lnTo>
                <a:lnTo>
                  <a:pt x="642990" y="536088"/>
                </a:lnTo>
                <a:cubicBezTo>
                  <a:pt x="642990" y="542083"/>
                  <a:pt x="644717" y="546324"/>
                  <a:pt x="648171" y="548814"/>
                </a:cubicBezTo>
                <a:cubicBezTo>
                  <a:pt x="651626" y="551303"/>
                  <a:pt x="656096" y="552598"/>
                  <a:pt x="661583" y="552700"/>
                </a:cubicBezTo>
                <a:cubicBezTo>
                  <a:pt x="665342" y="552700"/>
                  <a:pt x="669152" y="552243"/>
                  <a:pt x="673013" y="551328"/>
                </a:cubicBezTo>
                <a:lnTo>
                  <a:pt x="673013" y="539441"/>
                </a:lnTo>
                <a:lnTo>
                  <a:pt x="672555" y="539441"/>
                </a:lnTo>
                <a:cubicBezTo>
                  <a:pt x="671743" y="539644"/>
                  <a:pt x="670650" y="539873"/>
                  <a:pt x="669279" y="540127"/>
                </a:cubicBezTo>
                <a:cubicBezTo>
                  <a:pt x="667907" y="540381"/>
                  <a:pt x="666612" y="540508"/>
                  <a:pt x="665393" y="540508"/>
                </a:cubicBezTo>
                <a:cubicBezTo>
                  <a:pt x="662751" y="540508"/>
                  <a:pt x="660694" y="539974"/>
                  <a:pt x="659220" y="538908"/>
                </a:cubicBezTo>
                <a:cubicBezTo>
                  <a:pt x="657747" y="537841"/>
                  <a:pt x="657011" y="535834"/>
                  <a:pt x="657011" y="532888"/>
                </a:cubicBezTo>
                <a:lnTo>
                  <a:pt x="657011" y="481224"/>
                </a:lnTo>
                <a:lnTo>
                  <a:pt x="673927" y="481224"/>
                </a:lnTo>
                <a:lnTo>
                  <a:pt x="673927" y="470251"/>
                </a:lnTo>
                <a:lnTo>
                  <a:pt x="657011" y="470251"/>
                </a:lnTo>
                <a:lnTo>
                  <a:pt x="657011" y="444496"/>
                </a:lnTo>
                <a:close/>
                <a:moveTo>
                  <a:pt x="328665" y="444496"/>
                </a:moveTo>
                <a:lnTo>
                  <a:pt x="328665" y="470251"/>
                </a:lnTo>
                <a:lnTo>
                  <a:pt x="315863" y="470251"/>
                </a:lnTo>
                <a:lnTo>
                  <a:pt x="315863" y="481224"/>
                </a:lnTo>
                <a:lnTo>
                  <a:pt x="328665" y="481224"/>
                </a:lnTo>
                <a:lnTo>
                  <a:pt x="328665" y="536088"/>
                </a:lnTo>
                <a:cubicBezTo>
                  <a:pt x="328665" y="542083"/>
                  <a:pt x="330392" y="546324"/>
                  <a:pt x="333846" y="548814"/>
                </a:cubicBezTo>
                <a:cubicBezTo>
                  <a:pt x="337301" y="551303"/>
                  <a:pt x="341771" y="552598"/>
                  <a:pt x="347258" y="552700"/>
                </a:cubicBezTo>
                <a:cubicBezTo>
                  <a:pt x="351017" y="552700"/>
                  <a:pt x="354827" y="552243"/>
                  <a:pt x="358688" y="551328"/>
                </a:cubicBezTo>
                <a:lnTo>
                  <a:pt x="358688" y="539441"/>
                </a:lnTo>
                <a:lnTo>
                  <a:pt x="358230" y="539441"/>
                </a:lnTo>
                <a:cubicBezTo>
                  <a:pt x="357418" y="539644"/>
                  <a:pt x="356325" y="539873"/>
                  <a:pt x="354954" y="540127"/>
                </a:cubicBezTo>
                <a:cubicBezTo>
                  <a:pt x="353582" y="540381"/>
                  <a:pt x="352287" y="540508"/>
                  <a:pt x="351068" y="540508"/>
                </a:cubicBezTo>
                <a:cubicBezTo>
                  <a:pt x="348426" y="540508"/>
                  <a:pt x="346369" y="539974"/>
                  <a:pt x="344895" y="538908"/>
                </a:cubicBezTo>
                <a:cubicBezTo>
                  <a:pt x="343422" y="537841"/>
                  <a:pt x="342686" y="535834"/>
                  <a:pt x="342686" y="532888"/>
                </a:cubicBezTo>
                <a:lnTo>
                  <a:pt x="342686" y="481224"/>
                </a:lnTo>
                <a:lnTo>
                  <a:pt x="359602" y="481224"/>
                </a:lnTo>
                <a:lnTo>
                  <a:pt x="359602" y="470251"/>
                </a:lnTo>
                <a:lnTo>
                  <a:pt x="342686" y="470251"/>
                </a:lnTo>
                <a:lnTo>
                  <a:pt x="342686" y="444496"/>
                </a:lnTo>
                <a:close/>
                <a:moveTo>
                  <a:pt x="1101942" y="438705"/>
                </a:moveTo>
                <a:lnTo>
                  <a:pt x="1101942" y="467661"/>
                </a:lnTo>
                <a:cubicBezTo>
                  <a:pt x="1101942" y="470404"/>
                  <a:pt x="1101968" y="473147"/>
                  <a:pt x="1102019" y="475890"/>
                </a:cubicBezTo>
                <a:cubicBezTo>
                  <a:pt x="1102069" y="478633"/>
                  <a:pt x="1102196" y="480919"/>
                  <a:pt x="1102400" y="482748"/>
                </a:cubicBezTo>
                <a:lnTo>
                  <a:pt x="1102095" y="482748"/>
                </a:lnTo>
                <a:cubicBezTo>
                  <a:pt x="1099453" y="478379"/>
                  <a:pt x="1095922" y="474874"/>
                  <a:pt x="1091503" y="472233"/>
                </a:cubicBezTo>
                <a:cubicBezTo>
                  <a:pt x="1087083" y="469591"/>
                  <a:pt x="1081978" y="468270"/>
                  <a:pt x="1076187" y="468270"/>
                </a:cubicBezTo>
                <a:cubicBezTo>
                  <a:pt x="1071107" y="468270"/>
                  <a:pt x="1066382" y="469261"/>
                  <a:pt x="1062014" y="471242"/>
                </a:cubicBezTo>
                <a:cubicBezTo>
                  <a:pt x="1057645" y="473223"/>
                  <a:pt x="1053860" y="476068"/>
                  <a:pt x="1050660" y="479776"/>
                </a:cubicBezTo>
                <a:cubicBezTo>
                  <a:pt x="1047459" y="483485"/>
                  <a:pt x="1044945" y="488006"/>
                  <a:pt x="1043116" y="493340"/>
                </a:cubicBezTo>
                <a:cubicBezTo>
                  <a:pt x="1041287" y="498674"/>
                  <a:pt x="1040373" y="504694"/>
                  <a:pt x="1040373" y="511399"/>
                </a:cubicBezTo>
                <a:cubicBezTo>
                  <a:pt x="1040373" y="518003"/>
                  <a:pt x="1041211" y="523972"/>
                  <a:pt x="1042887" y="529306"/>
                </a:cubicBezTo>
                <a:cubicBezTo>
                  <a:pt x="1044564" y="534640"/>
                  <a:pt x="1046977" y="539162"/>
                  <a:pt x="1050126" y="542870"/>
                </a:cubicBezTo>
                <a:cubicBezTo>
                  <a:pt x="1053276" y="546578"/>
                  <a:pt x="1057086" y="549449"/>
                  <a:pt x="1061556" y="551481"/>
                </a:cubicBezTo>
                <a:cubicBezTo>
                  <a:pt x="1066027" y="553513"/>
                  <a:pt x="1071005" y="554529"/>
                  <a:pt x="1076492" y="554529"/>
                </a:cubicBezTo>
                <a:cubicBezTo>
                  <a:pt x="1082283" y="554529"/>
                  <a:pt x="1087287" y="553284"/>
                  <a:pt x="1091503" y="550795"/>
                </a:cubicBezTo>
                <a:cubicBezTo>
                  <a:pt x="1095719" y="548306"/>
                  <a:pt x="1099148" y="544826"/>
                  <a:pt x="1101790" y="540355"/>
                </a:cubicBezTo>
                <a:lnTo>
                  <a:pt x="1102095" y="540355"/>
                </a:lnTo>
                <a:lnTo>
                  <a:pt x="1102095" y="552090"/>
                </a:lnTo>
                <a:lnTo>
                  <a:pt x="1116116" y="552090"/>
                </a:lnTo>
                <a:lnTo>
                  <a:pt x="1116116" y="438705"/>
                </a:lnTo>
                <a:close/>
                <a:moveTo>
                  <a:pt x="692063" y="438705"/>
                </a:moveTo>
                <a:lnTo>
                  <a:pt x="692063" y="455164"/>
                </a:lnTo>
                <a:lnTo>
                  <a:pt x="706845" y="455164"/>
                </a:lnTo>
                <a:lnTo>
                  <a:pt x="706845" y="438705"/>
                </a:lnTo>
                <a:close/>
                <a:moveTo>
                  <a:pt x="378042" y="438705"/>
                </a:moveTo>
                <a:lnTo>
                  <a:pt x="378042" y="552090"/>
                </a:lnTo>
                <a:lnTo>
                  <a:pt x="392216" y="552090"/>
                </a:lnTo>
                <a:lnTo>
                  <a:pt x="392216" y="502255"/>
                </a:lnTo>
                <a:cubicBezTo>
                  <a:pt x="392216" y="499004"/>
                  <a:pt x="392749" y="496007"/>
                  <a:pt x="393816" y="493264"/>
                </a:cubicBezTo>
                <a:cubicBezTo>
                  <a:pt x="394883" y="490521"/>
                  <a:pt x="396381" y="488184"/>
                  <a:pt x="398312" y="486253"/>
                </a:cubicBezTo>
                <a:cubicBezTo>
                  <a:pt x="400242" y="484323"/>
                  <a:pt x="402553" y="482824"/>
                  <a:pt x="405246" y="481758"/>
                </a:cubicBezTo>
                <a:cubicBezTo>
                  <a:pt x="407938" y="480691"/>
                  <a:pt x="410859" y="480157"/>
                  <a:pt x="414009" y="480157"/>
                </a:cubicBezTo>
                <a:cubicBezTo>
                  <a:pt x="419597" y="480157"/>
                  <a:pt x="423991" y="481580"/>
                  <a:pt x="427191" y="484425"/>
                </a:cubicBezTo>
                <a:cubicBezTo>
                  <a:pt x="430392" y="487269"/>
                  <a:pt x="431992" y="491333"/>
                  <a:pt x="431992" y="496617"/>
                </a:cubicBezTo>
                <a:lnTo>
                  <a:pt x="431992" y="552090"/>
                </a:lnTo>
                <a:lnTo>
                  <a:pt x="446013" y="552090"/>
                </a:lnTo>
                <a:lnTo>
                  <a:pt x="446013" y="494940"/>
                </a:lnTo>
                <a:cubicBezTo>
                  <a:pt x="446013" y="486304"/>
                  <a:pt x="443574" y="479700"/>
                  <a:pt x="438698" y="475128"/>
                </a:cubicBezTo>
                <a:cubicBezTo>
                  <a:pt x="433821" y="470556"/>
                  <a:pt x="427064" y="468270"/>
                  <a:pt x="418428" y="468270"/>
                </a:cubicBezTo>
                <a:cubicBezTo>
                  <a:pt x="412434" y="468270"/>
                  <a:pt x="407329" y="469489"/>
                  <a:pt x="403112" y="471928"/>
                </a:cubicBezTo>
                <a:cubicBezTo>
                  <a:pt x="398896" y="474366"/>
                  <a:pt x="395264" y="477770"/>
                  <a:pt x="392216" y="482139"/>
                </a:cubicBezTo>
                <a:lnTo>
                  <a:pt x="391758" y="482139"/>
                </a:lnTo>
                <a:cubicBezTo>
                  <a:pt x="391860" y="480107"/>
                  <a:pt x="391962" y="477821"/>
                  <a:pt x="392063" y="475281"/>
                </a:cubicBezTo>
                <a:cubicBezTo>
                  <a:pt x="392165" y="472741"/>
                  <a:pt x="392216" y="470455"/>
                  <a:pt x="392216" y="468423"/>
                </a:cubicBezTo>
                <a:lnTo>
                  <a:pt x="392216" y="438705"/>
                </a:lnTo>
                <a:close/>
                <a:moveTo>
                  <a:pt x="164987" y="438705"/>
                </a:moveTo>
                <a:lnTo>
                  <a:pt x="123534" y="552090"/>
                </a:lnTo>
                <a:lnTo>
                  <a:pt x="139536" y="552090"/>
                </a:lnTo>
                <a:lnTo>
                  <a:pt x="151119" y="519019"/>
                </a:lnTo>
                <a:lnTo>
                  <a:pt x="195772" y="519019"/>
                </a:lnTo>
                <a:lnTo>
                  <a:pt x="207050" y="552090"/>
                </a:lnTo>
                <a:lnTo>
                  <a:pt x="224118" y="552090"/>
                </a:lnTo>
                <a:lnTo>
                  <a:pt x="182361" y="438705"/>
                </a:lnTo>
                <a:close/>
                <a:moveTo>
                  <a:pt x="644514" y="277923"/>
                </a:moveTo>
                <a:cubicBezTo>
                  <a:pt x="634963" y="277923"/>
                  <a:pt x="627572" y="279980"/>
                  <a:pt x="622340" y="284095"/>
                </a:cubicBezTo>
                <a:cubicBezTo>
                  <a:pt x="617107" y="288210"/>
                  <a:pt x="614491" y="293772"/>
                  <a:pt x="614491" y="300783"/>
                </a:cubicBezTo>
                <a:cubicBezTo>
                  <a:pt x="614491" y="305253"/>
                  <a:pt x="615329" y="308911"/>
                  <a:pt x="617006" y="311755"/>
                </a:cubicBezTo>
                <a:cubicBezTo>
                  <a:pt x="618682" y="314600"/>
                  <a:pt x="620917" y="316886"/>
                  <a:pt x="623711" y="318613"/>
                </a:cubicBezTo>
                <a:cubicBezTo>
                  <a:pt x="626505" y="320341"/>
                  <a:pt x="629756" y="321712"/>
                  <a:pt x="633465" y="322728"/>
                </a:cubicBezTo>
                <a:cubicBezTo>
                  <a:pt x="637173" y="323744"/>
                  <a:pt x="641009" y="324659"/>
                  <a:pt x="644971" y="325471"/>
                </a:cubicBezTo>
                <a:cubicBezTo>
                  <a:pt x="652185" y="326894"/>
                  <a:pt x="657544" y="328494"/>
                  <a:pt x="661049" y="330272"/>
                </a:cubicBezTo>
                <a:cubicBezTo>
                  <a:pt x="664554" y="332050"/>
                  <a:pt x="666307" y="335174"/>
                  <a:pt x="666307" y="339645"/>
                </a:cubicBezTo>
                <a:cubicBezTo>
                  <a:pt x="666307" y="343302"/>
                  <a:pt x="664859" y="346376"/>
                  <a:pt x="661964" y="348865"/>
                </a:cubicBezTo>
                <a:cubicBezTo>
                  <a:pt x="659068" y="351354"/>
                  <a:pt x="654369" y="352599"/>
                  <a:pt x="647866" y="352599"/>
                </a:cubicBezTo>
                <a:cubicBezTo>
                  <a:pt x="644920" y="352599"/>
                  <a:pt x="642177" y="352319"/>
                  <a:pt x="639637" y="351760"/>
                </a:cubicBezTo>
                <a:cubicBezTo>
                  <a:pt x="637097" y="351202"/>
                  <a:pt x="634836" y="350313"/>
                  <a:pt x="632855" y="349093"/>
                </a:cubicBezTo>
                <a:cubicBezTo>
                  <a:pt x="630874" y="347874"/>
                  <a:pt x="629223" y="346249"/>
                  <a:pt x="627902" y="344217"/>
                </a:cubicBezTo>
                <a:cubicBezTo>
                  <a:pt x="626581" y="342185"/>
                  <a:pt x="625718" y="339695"/>
                  <a:pt x="625311" y="336749"/>
                </a:cubicBezTo>
                <a:lnTo>
                  <a:pt x="610986" y="336749"/>
                </a:lnTo>
                <a:cubicBezTo>
                  <a:pt x="611595" y="345080"/>
                  <a:pt x="614999" y="351710"/>
                  <a:pt x="621197" y="356637"/>
                </a:cubicBezTo>
                <a:cubicBezTo>
                  <a:pt x="627394" y="361565"/>
                  <a:pt x="636183" y="364029"/>
                  <a:pt x="647562" y="364029"/>
                </a:cubicBezTo>
                <a:cubicBezTo>
                  <a:pt x="652337" y="364029"/>
                  <a:pt x="656756" y="363495"/>
                  <a:pt x="660820" y="362428"/>
                </a:cubicBezTo>
                <a:cubicBezTo>
                  <a:pt x="664884" y="361362"/>
                  <a:pt x="668364" y="359787"/>
                  <a:pt x="671260" y="357704"/>
                </a:cubicBezTo>
                <a:cubicBezTo>
                  <a:pt x="674156" y="355621"/>
                  <a:pt x="676416" y="353005"/>
                  <a:pt x="678042" y="349855"/>
                </a:cubicBezTo>
                <a:cubicBezTo>
                  <a:pt x="679667" y="346706"/>
                  <a:pt x="680480" y="343048"/>
                  <a:pt x="680480" y="338883"/>
                </a:cubicBezTo>
                <a:cubicBezTo>
                  <a:pt x="680480" y="334107"/>
                  <a:pt x="679667" y="330221"/>
                  <a:pt x="678042" y="327224"/>
                </a:cubicBezTo>
                <a:cubicBezTo>
                  <a:pt x="676416" y="324227"/>
                  <a:pt x="674206" y="321814"/>
                  <a:pt x="671412" y="319985"/>
                </a:cubicBezTo>
                <a:cubicBezTo>
                  <a:pt x="668618" y="318156"/>
                  <a:pt x="665393" y="316734"/>
                  <a:pt x="661735" y="315718"/>
                </a:cubicBezTo>
                <a:cubicBezTo>
                  <a:pt x="658077" y="314702"/>
                  <a:pt x="654217" y="313787"/>
                  <a:pt x="650153" y="312975"/>
                </a:cubicBezTo>
                <a:cubicBezTo>
                  <a:pt x="646698" y="312263"/>
                  <a:pt x="643625" y="311603"/>
                  <a:pt x="640932" y="310993"/>
                </a:cubicBezTo>
                <a:cubicBezTo>
                  <a:pt x="638240" y="310384"/>
                  <a:pt x="635954" y="309622"/>
                  <a:pt x="634074" y="308707"/>
                </a:cubicBezTo>
                <a:cubicBezTo>
                  <a:pt x="632195" y="307793"/>
                  <a:pt x="630772" y="306650"/>
                  <a:pt x="629807" y="305278"/>
                </a:cubicBezTo>
                <a:cubicBezTo>
                  <a:pt x="628842" y="303907"/>
                  <a:pt x="628359" y="302154"/>
                  <a:pt x="628359" y="300021"/>
                </a:cubicBezTo>
                <a:cubicBezTo>
                  <a:pt x="628359" y="296871"/>
                  <a:pt x="629604" y="294179"/>
                  <a:pt x="632093" y="291943"/>
                </a:cubicBezTo>
                <a:cubicBezTo>
                  <a:pt x="634582" y="289708"/>
                  <a:pt x="638621" y="288591"/>
                  <a:pt x="644209" y="288591"/>
                </a:cubicBezTo>
                <a:cubicBezTo>
                  <a:pt x="650102" y="288591"/>
                  <a:pt x="654547" y="289708"/>
                  <a:pt x="657544" y="291943"/>
                </a:cubicBezTo>
                <a:cubicBezTo>
                  <a:pt x="660541" y="294179"/>
                  <a:pt x="662345" y="297430"/>
                  <a:pt x="662954" y="301697"/>
                </a:cubicBezTo>
                <a:lnTo>
                  <a:pt x="677127" y="301697"/>
                </a:lnTo>
                <a:cubicBezTo>
                  <a:pt x="676213" y="294585"/>
                  <a:pt x="673114" y="288845"/>
                  <a:pt x="667831" y="284476"/>
                </a:cubicBezTo>
                <a:cubicBezTo>
                  <a:pt x="662548" y="280107"/>
                  <a:pt x="654775" y="277923"/>
                  <a:pt x="644514" y="277923"/>
                </a:cubicBezTo>
                <a:close/>
                <a:moveTo>
                  <a:pt x="580353" y="248205"/>
                </a:moveTo>
                <a:lnTo>
                  <a:pt x="580353" y="361590"/>
                </a:lnTo>
                <a:lnTo>
                  <a:pt x="595898" y="361590"/>
                </a:lnTo>
                <a:lnTo>
                  <a:pt x="595898" y="248205"/>
                </a:lnTo>
                <a:close/>
                <a:moveTo>
                  <a:pt x="630195" y="0"/>
                </a:moveTo>
                <a:lnTo>
                  <a:pt x="1260389" y="500449"/>
                </a:lnTo>
                <a:lnTo>
                  <a:pt x="630195" y="1000897"/>
                </a:lnTo>
                <a:lnTo>
                  <a:pt x="0" y="50044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F7A7E8-3726-94D1-B4C5-CDE85C26B042}"/>
              </a:ext>
            </a:extLst>
          </p:cNvPr>
          <p:cNvCxnSpPr>
            <a:stCxn id="5" idx="2"/>
          </p:cNvCxnSpPr>
          <p:nvPr/>
        </p:nvCxnSpPr>
        <p:spPr>
          <a:xfrm flipH="1">
            <a:off x="6095998" y="2697553"/>
            <a:ext cx="1" cy="37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02BD19-154D-23F6-2A79-1D0DC4D3190E}"/>
              </a:ext>
            </a:extLst>
          </p:cNvPr>
          <p:cNvSpPr txBox="1"/>
          <p:nvPr/>
        </p:nvSpPr>
        <p:spPr>
          <a:xfrm>
            <a:off x="4891214" y="4445562"/>
            <a:ext cx="2409567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Authenticated:</a:t>
            </a:r>
          </a:p>
          <a:p>
            <a:pPr algn="ctr"/>
            <a:r>
              <a:rPr lang="en-US" sz="1200" dirty="0"/>
              <a:t>Pull Initial Data for User (Employee, Site, and Team) plus a list of security questions.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56633D-E54B-8849-EBA8-81E2A00AB75E}"/>
              </a:ext>
            </a:extLst>
          </p:cNvPr>
          <p:cNvCxnSpPr>
            <a:endCxn id="13" idx="0"/>
          </p:cNvCxnSpPr>
          <p:nvPr/>
        </p:nvCxnSpPr>
        <p:spPr>
          <a:xfrm>
            <a:off x="6095997" y="4072006"/>
            <a:ext cx="1" cy="373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21450D-64FE-DE9F-C282-7BFD881F7F44}"/>
              </a:ext>
            </a:extLst>
          </p:cNvPr>
          <p:cNvSpPr txBox="1"/>
          <p:nvPr/>
        </p:nvSpPr>
        <p:spPr>
          <a:xfrm>
            <a:off x="6095997" y="4097174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9B8E7-BA98-AA56-94F9-0DB1A83A5CFE}"/>
              </a:ext>
            </a:extLst>
          </p:cNvPr>
          <p:cNvSpPr txBox="1"/>
          <p:nvPr/>
        </p:nvSpPr>
        <p:spPr>
          <a:xfrm>
            <a:off x="2347784" y="3448560"/>
            <a:ext cx="2075935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Display Login Page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05C9A3-A37F-8096-271E-63C2C1CB3E8D}"/>
              </a:ext>
            </a:extLst>
          </p:cNvPr>
          <p:cNvCxnSpPr>
            <a:endCxn id="17" idx="3"/>
          </p:cNvCxnSpPr>
          <p:nvPr/>
        </p:nvCxnSpPr>
        <p:spPr>
          <a:xfrm flipH="1">
            <a:off x="4423719" y="3602449"/>
            <a:ext cx="2253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95B407-082C-DA87-55A3-76E4131D74F3}"/>
              </a:ext>
            </a:extLst>
          </p:cNvPr>
          <p:cNvSpPr txBox="1"/>
          <p:nvPr/>
        </p:nvSpPr>
        <p:spPr>
          <a:xfrm>
            <a:off x="2755556" y="4360611"/>
            <a:ext cx="1260389" cy="1000897"/>
          </a:xfrm>
          <a:custGeom>
            <a:avLst/>
            <a:gdLst/>
            <a:ahLst/>
            <a:cxnLst/>
            <a:rect l="l" t="t" r="r" b="b"/>
            <a:pathLst>
              <a:path w="1260389" h="1000897">
                <a:moveTo>
                  <a:pt x="868008" y="508504"/>
                </a:moveTo>
                <a:lnTo>
                  <a:pt x="868008" y="521915"/>
                </a:lnTo>
                <a:cubicBezTo>
                  <a:pt x="868008" y="524252"/>
                  <a:pt x="867526" y="526690"/>
                  <a:pt x="866561" y="529230"/>
                </a:cubicBezTo>
                <a:cubicBezTo>
                  <a:pt x="865595" y="531770"/>
                  <a:pt x="864122" y="534082"/>
                  <a:pt x="862141" y="536164"/>
                </a:cubicBezTo>
                <a:cubicBezTo>
                  <a:pt x="860160" y="538247"/>
                  <a:pt x="857671" y="539974"/>
                  <a:pt x="854673" y="541346"/>
                </a:cubicBezTo>
                <a:cubicBezTo>
                  <a:pt x="851676" y="542718"/>
                  <a:pt x="848146" y="543403"/>
                  <a:pt x="844082" y="543403"/>
                </a:cubicBezTo>
                <a:cubicBezTo>
                  <a:pt x="842050" y="543403"/>
                  <a:pt x="840043" y="543226"/>
                  <a:pt x="838062" y="542870"/>
                </a:cubicBezTo>
                <a:cubicBezTo>
                  <a:pt x="836081" y="542514"/>
                  <a:pt x="834328" y="541829"/>
                  <a:pt x="832804" y="540813"/>
                </a:cubicBezTo>
                <a:cubicBezTo>
                  <a:pt x="831280" y="539797"/>
                  <a:pt x="830061" y="538450"/>
                  <a:pt x="829146" y="536774"/>
                </a:cubicBezTo>
                <a:cubicBezTo>
                  <a:pt x="828232" y="535098"/>
                  <a:pt x="827775" y="532939"/>
                  <a:pt x="827775" y="530297"/>
                </a:cubicBezTo>
                <a:cubicBezTo>
                  <a:pt x="827775" y="527452"/>
                  <a:pt x="828308" y="525141"/>
                  <a:pt x="829375" y="523363"/>
                </a:cubicBezTo>
                <a:cubicBezTo>
                  <a:pt x="830442" y="521585"/>
                  <a:pt x="831940" y="520112"/>
                  <a:pt x="833871" y="518943"/>
                </a:cubicBezTo>
                <a:cubicBezTo>
                  <a:pt x="835801" y="517775"/>
                  <a:pt x="838138" y="516860"/>
                  <a:pt x="840881" y="516200"/>
                </a:cubicBezTo>
                <a:cubicBezTo>
                  <a:pt x="843624" y="515540"/>
                  <a:pt x="846672" y="514905"/>
                  <a:pt x="850025" y="514295"/>
                </a:cubicBezTo>
                <a:cubicBezTo>
                  <a:pt x="853378" y="513685"/>
                  <a:pt x="856705" y="512898"/>
                  <a:pt x="860007" y="511933"/>
                </a:cubicBezTo>
                <a:cubicBezTo>
                  <a:pt x="863309" y="510968"/>
                  <a:pt x="865976" y="509825"/>
                  <a:pt x="868008" y="508504"/>
                </a:cubicBezTo>
                <a:close/>
                <a:moveTo>
                  <a:pt x="1077558" y="480157"/>
                </a:moveTo>
                <a:cubicBezTo>
                  <a:pt x="1081622" y="480157"/>
                  <a:pt x="1085229" y="480919"/>
                  <a:pt x="1088379" y="482443"/>
                </a:cubicBezTo>
                <a:cubicBezTo>
                  <a:pt x="1091528" y="483967"/>
                  <a:pt x="1094170" y="486126"/>
                  <a:pt x="1096304" y="488920"/>
                </a:cubicBezTo>
                <a:cubicBezTo>
                  <a:pt x="1098437" y="491714"/>
                  <a:pt x="1100037" y="495042"/>
                  <a:pt x="1101104" y="498903"/>
                </a:cubicBezTo>
                <a:cubicBezTo>
                  <a:pt x="1102171" y="502763"/>
                  <a:pt x="1102704" y="506980"/>
                  <a:pt x="1102704" y="511552"/>
                </a:cubicBezTo>
                <a:cubicBezTo>
                  <a:pt x="1102704" y="516022"/>
                  <a:pt x="1102222" y="520162"/>
                  <a:pt x="1101257" y="523972"/>
                </a:cubicBezTo>
                <a:cubicBezTo>
                  <a:pt x="1100291" y="527782"/>
                  <a:pt x="1098767" y="531084"/>
                  <a:pt x="1096685" y="533878"/>
                </a:cubicBezTo>
                <a:cubicBezTo>
                  <a:pt x="1094602" y="536672"/>
                  <a:pt x="1091985" y="538857"/>
                  <a:pt x="1088836" y="540432"/>
                </a:cubicBezTo>
                <a:cubicBezTo>
                  <a:pt x="1085686" y="542006"/>
                  <a:pt x="1081927" y="542794"/>
                  <a:pt x="1077558" y="542794"/>
                </a:cubicBezTo>
                <a:cubicBezTo>
                  <a:pt x="1073799" y="542794"/>
                  <a:pt x="1070497" y="542006"/>
                  <a:pt x="1067652" y="540432"/>
                </a:cubicBezTo>
                <a:cubicBezTo>
                  <a:pt x="1064808" y="538857"/>
                  <a:pt x="1062445" y="536672"/>
                  <a:pt x="1060566" y="533878"/>
                </a:cubicBezTo>
                <a:cubicBezTo>
                  <a:pt x="1058686" y="531084"/>
                  <a:pt x="1057264" y="527782"/>
                  <a:pt x="1056299" y="523972"/>
                </a:cubicBezTo>
                <a:cubicBezTo>
                  <a:pt x="1055333" y="520162"/>
                  <a:pt x="1054851" y="516022"/>
                  <a:pt x="1054851" y="511552"/>
                </a:cubicBezTo>
                <a:cubicBezTo>
                  <a:pt x="1054851" y="507081"/>
                  <a:pt x="1055333" y="502916"/>
                  <a:pt x="1056299" y="499055"/>
                </a:cubicBezTo>
                <a:cubicBezTo>
                  <a:pt x="1057264" y="495194"/>
                  <a:pt x="1058686" y="491867"/>
                  <a:pt x="1060566" y="489073"/>
                </a:cubicBezTo>
                <a:cubicBezTo>
                  <a:pt x="1062445" y="486279"/>
                  <a:pt x="1064808" y="484094"/>
                  <a:pt x="1067652" y="482520"/>
                </a:cubicBezTo>
                <a:cubicBezTo>
                  <a:pt x="1070497" y="480945"/>
                  <a:pt x="1073799" y="480157"/>
                  <a:pt x="1077558" y="480157"/>
                </a:cubicBezTo>
                <a:close/>
                <a:moveTo>
                  <a:pt x="993815" y="479243"/>
                </a:moveTo>
                <a:cubicBezTo>
                  <a:pt x="1000927" y="479243"/>
                  <a:pt x="1006438" y="481453"/>
                  <a:pt x="1010350" y="485872"/>
                </a:cubicBezTo>
                <a:cubicBezTo>
                  <a:pt x="1014262" y="490292"/>
                  <a:pt x="1016421" y="496464"/>
                  <a:pt x="1016827" y="504389"/>
                </a:cubicBezTo>
                <a:lnTo>
                  <a:pt x="969431" y="504389"/>
                </a:lnTo>
                <a:cubicBezTo>
                  <a:pt x="969837" y="500731"/>
                  <a:pt x="970650" y="497379"/>
                  <a:pt x="971869" y="494331"/>
                </a:cubicBezTo>
                <a:cubicBezTo>
                  <a:pt x="973088" y="491283"/>
                  <a:pt x="974714" y="488641"/>
                  <a:pt x="976746" y="486406"/>
                </a:cubicBezTo>
                <a:cubicBezTo>
                  <a:pt x="978778" y="484171"/>
                  <a:pt x="981216" y="482418"/>
                  <a:pt x="984061" y="481148"/>
                </a:cubicBezTo>
                <a:cubicBezTo>
                  <a:pt x="986906" y="479878"/>
                  <a:pt x="990157" y="479243"/>
                  <a:pt x="993815" y="479243"/>
                </a:cubicBezTo>
                <a:close/>
                <a:moveTo>
                  <a:pt x="498515" y="479243"/>
                </a:moveTo>
                <a:cubicBezTo>
                  <a:pt x="505627" y="479243"/>
                  <a:pt x="511138" y="481453"/>
                  <a:pt x="515050" y="485872"/>
                </a:cubicBezTo>
                <a:cubicBezTo>
                  <a:pt x="518962" y="490292"/>
                  <a:pt x="521121" y="496464"/>
                  <a:pt x="521527" y="504389"/>
                </a:cubicBezTo>
                <a:lnTo>
                  <a:pt x="474131" y="504389"/>
                </a:lnTo>
                <a:cubicBezTo>
                  <a:pt x="474537" y="500731"/>
                  <a:pt x="475350" y="497379"/>
                  <a:pt x="476569" y="494331"/>
                </a:cubicBezTo>
                <a:cubicBezTo>
                  <a:pt x="477788" y="491283"/>
                  <a:pt x="479414" y="488641"/>
                  <a:pt x="481446" y="486406"/>
                </a:cubicBezTo>
                <a:cubicBezTo>
                  <a:pt x="483478" y="484171"/>
                  <a:pt x="485916" y="482418"/>
                  <a:pt x="488761" y="481148"/>
                </a:cubicBezTo>
                <a:cubicBezTo>
                  <a:pt x="491606" y="479878"/>
                  <a:pt x="494857" y="479243"/>
                  <a:pt x="498515" y="479243"/>
                </a:cubicBezTo>
                <a:close/>
                <a:moveTo>
                  <a:pt x="692367" y="470251"/>
                </a:moveTo>
                <a:lnTo>
                  <a:pt x="692367" y="552090"/>
                </a:lnTo>
                <a:lnTo>
                  <a:pt x="706541" y="552090"/>
                </a:lnTo>
                <a:lnTo>
                  <a:pt x="706541" y="470251"/>
                </a:lnTo>
                <a:close/>
                <a:moveTo>
                  <a:pt x="234710" y="470251"/>
                </a:moveTo>
                <a:lnTo>
                  <a:pt x="234710" y="526639"/>
                </a:lnTo>
                <a:cubicBezTo>
                  <a:pt x="234710" y="535275"/>
                  <a:pt x="237199" y="541981"/>
                  <a:pt x="242178" y="546756"/>
                </a:cubicBezTo>
                <a:cubicBezTo>
                  <a:pt x="247156" y="551531"/>
                  <a:pt x="253913" y="553919"/>
                  <a:pt x="262447" y="553919"/>
                </a:cubicBezTo>
                <a:cubicBezTo>
                  <a:pt x="268340" y="553919"/>
                  <a:pt x="273191" y="552725"/>
                  <a:pt x="277001" y="550338"/>
                </a:cubicBezTo>
                <a:cubicBezTo>
                  <a:pt x="280811" y="547950"/>
                  <a:pt x="284189" y="544724"/>
                  <a:pt x="287136" y="540660"/>
                </a:cubicBezTo>
                <a:lnTo>
                  <a:pt x="287441" y="540660"/>
                </a:lnTo>
                <a:lnTo>
                  <a:pt x="287441" y="552090"/>
                </a:lnTo>
                <a:lnTo>
                  <a:pt x="301461" y="552090"/>
                </a:lnTo>
                <a:lnTo>
                  <a:pt x="301461" y="470251"/>
                </a:lnTo>
                <a:lnTo>
                  <a:pt x="287288" y="470251"/>
                </a:lnTo>
                <a:lnTo>
                  <a:pt x="287288" y="520086"/>
                </a:lnTo>
                <a:cubicBezTo>
                  <a:pt x="287288" y="523236"/>
                  <a:pt x="286806" y="526182"/>
                  <a:pt x="285840" y="528925"/>
                </a:cubicBezTo>
                <a:cubicBezTo>
                  <a:pt x="284875" y="531669"/>
                  <a:pt x="283504" y="534031"/>
                  <a:pt x="281726" y="536012"/>
                </a:cubicBezTo>
                <a:cubicBezTo>
                  <a:pt x="279948" y="537993"/>
                  <a:pt x="277789" y="539543"/>
                  <a:pt x="275249" y="540660"/>
                </a:cubicBezTo>
                <a:cubicBezTo>
                  <a:pt x="272709" y="541778"/>
                  <a:pt x="269864" y="542337"/>
                  <a:pt x="266714" y="542337"/>
                </a:cubicBezTo>
                <a:cubicBezTo>
                  <a:pt x="261025" y="542337"/>
                  <a:pt x="256630" y="540889"/>
                  <a:pt x="253532" y="537993"/>
                </a:cubicBezTo>
                <a:cubicBezTo>
                  <a:pt x="250433" y="535098"/>
                  <a:pt x="248883" y="531059"/>
                  <a:pt x="248883" y="525877"/>
                </a:cubicBezTo>
                <a:lnTo>
                  <a:pt x="248883" y="470251"/>
                </a:lnTo>
                <a:close/>
                <a:moveTo>
                  <a:pt x="993815" y="468270"/>
                </a:moveTo>
                <a:cubicBezTo>
                  <a:pt x="987922" y="468270"/>
                  <a:pt x="982562" y="469388"/>
                  <a:pt x="977736" y="471623"/>
                </a:cubicBezTo>
                <a:cubicBezTo>
                  <a:pt x="972910" y="473858"/>
                  <a:pt x="968796" y="476932"/>
                  <a:pt x="965392" y="480843"/>
                </a:cubicBezTo>
                <a:cubicBezTo>
                  <a:pt x="961988" y="484755"/>
                  <a:pt x="959347" y="489327"/>
                  <a:pt x="957467" y="494559"/>
                </a:cubicBezTo>
                <a:cubicBezTo>
                  <a:pt x="955588" y="499792"/>
                  <a:pt x="954648" y="505354"/>
                  <a:pt x="954648" y="511247"/>
                </a:cubicBezTo>
                <a:cubicBezTo>
                  <a:pt x="954648" y="517241"/>
                  <a:pt x="955537" y="522855"/>
                  <a:pt x="957315" y="528087"/>
                </a:cubicBezTo>
                <a:cubicBezTo>
                  <a:pt x="959093" y="533320"/>
                  <a:pt x="961709" y="537892"/>
                  <a:pt x="965163" y="541803"/>
                </a:cubicBezTo>
                <a:cubicBezTo>
                  <a:pt x="968618" y="545715"/>
                  <a:pt x="972809" y="548788"/>
                  <a:pt x="977736" y="551023"/>
                </a:cubicBezTo>
                <a:cubicBezTo>
                  <a:pt x="982664" y="553259"/>
                  <a:pt x="988277" y="554376"/>
                  <a:pt x="994577" y="554376"/>
                </a:cubicBezTo>
                <a:cubicBezTo>
                  <a:pt x="1004025" y="554376"/>
                  <a:pt x="1011874" y="552014"/>
                  <a:pt x="1018122" y="547290"/>
                </a:cubicBezTo>
                <a:cubicBezTo>
                  <a:pt x="1024371" y="542565"/>
                  <a:pt x="1028409" y="536393"/>
                  <a:pt x="1030238" y="528773"/>
                </a:cubicBezTo>
                <a:lnTo>
                  <a:pt x="1016370" y="528773"/>
                </a:lnTo>
                <a:cubicBezTo>
                  <a:pt x="1015049" y="533142"/>
                  <a:pt x="1012534" y="536571"/>
                  <a:pt x="1008826" y="539060"/>
                </a:cubicBezTo>
                <a:cubicBezTo>
                  <a:pt x="1005118" y="541549"/>
                  <a:pt x="1000419" y="542794"/>
                  <a:pt x="994729" y="542794"/>
                </a:cubicBezTo>
                <a:cubicBezTo>
                  <a:pt x="990767" y="542794"/>
                  <a:pt x="987261" y="542083"/>
                  <a:pt x="984213" y="540660"/>
                </a:cubicBezTo>
                <a:cubicBezTo>
                  <a:pt x="981165" y="539238"/>
                  <a:pt x="978575" y="537257"/>
                  <a:pt x="976441" y="534717"/>
                </a:cubicBezTo>
                <a:cubicBezTo>
                  <a:pt x="974307" y="532177"/>
                  <a:pt x="972631" y="529179"/>
                  <a:pt x="971412" y="525725"/>
                </a:cubicBezTo>
                <a:cubicBezTo>
                  <a:pt x="970193" y="522271"/>
                  <a:pt x="969431" y="518562"/>
                  <a:pt x="969126" y="514600"/>
                </a:cubicBezTo>
                <a:lnTo>
                  <a:pt x="1031915" y="514600"/>
                </a:lnTo>
                <a:cubicBezTo>
                  <a:pt x="1031915" y="507589"/>
                  <a:pt x="1031076" y="501239"/>
                  <a:pt x="1029400" y="495550"/>
                </a:cubicBezTo>
                <a:cubicBezTo>
                  <a:pt x="1027724" y="489860"/>
                  <a:pt x="1025209" y="484983"/>
                  <a:pt x="1021856" y="480919"/>
                </a:cubicBezTo>
                <a:cubicBezTo>
                  <a:pt x="1018605" y="476957"/>
                  <a:pt x="1014643" y="473858"/>
                  <a:pt x="1009969" y="471623"/>
                </a:cubicBezTo>
                <a:cubicBezTo>
                  <a:pt x="1005295" y="469388"/>
                  <a:pt x="999911" y="468270"/>
                  <a:pt x="993815" y="468270"/>
                </a:cubicBezTo>
                <a:close/>
                <a:moveTo>
                  <a:pt x="850178" y="468270"/>
                </a:moveTo>
                <a:cubicBezTo>
                  <a:pt x="844691" y="468270"/>
                  <a:pt x="839891" y="468981"/>
                  <a:pt x="835776" y="470404"/>
                </a:cubicBezTo>
                <a:cubicBezTo>
                  <a:pt x="831661" y="471826"/>
                  <a:pt x="828232" y="473757"/>
                  <a:pt x="825489" y="476195"/>
                </a:cubicBezTo>
                <a:cubicBezTo>
                  <a:pt x="822746" y="478633"/>
                  <a:pt x="820663" y="481427"/>
                  <a:pt x="819240" y="484577"/>
                </a:cubicBezTo>
                <a:cubicBezTo>
                  <a:pt x="817818" y="487727"/>
                  <a:pt x="817056" y="491029"/>
                  <a:pt x="816954" y="494483"/>
                </a:cubicBezTo>
                <a:lnTo>
                  <a:pt x="830670" y="494483"/>
                </a:lnTo>
                <a:cubicBezTo>
                  <a:pt x="830873" y="489606"/>
                  <a:pt x="832575" y="485745"/>
                  <a:pt x="835776" y="482901"/>
                </a:cubicBezTo>
                <a:cubicBezTo>
                  <a:pt x="838976" y="480056"/>
                  <a:pt x="843827" y="478633"/>
                  <a:pt x="850330" y="478633"/>
                </a:cubicBezTo>
                <a:cubicBezTo>
                  <a:pt x="856019" y="478633"/>
                  <a:pt x="860363" y="479903"/>
                  <a:pt x="863360" y="482443"/>
                </a:cubicBezTo>
                <a:cubicBezTo>
                  <a:pt x="866357" y="484983"/>
                  <a:pt x="867856" y="488489"/>
                  <a:pt x="867856" y="492959"/>
                </a:cubicBezTo>
                <a:cubicBezTo>
                  <a:pt x="867856" y="495093"/>
                  <a:pt x="867399" y="496820"/>
                  <a:pt x="866484" y="498141"/>
                </a:cubicBezTo>
                <a:cubicBezTo>
                  <a:pt x="865570" y="499461"/>
                  <a:pt x="864249" y="500554"/>
                  <a:pt x="862522" y="501417"/>
                </a:cubicBezTo>
                <a:cubicBezTo>
                  <a:pt x="860795" y="502281"/>
                  <a:pt x="858712" y="502967"/>
                  <a:pt x="856274" y="503475"/>
                </a:cubicBezTo>
                <a:cubicBezTo>
                  <a:pt x="853835" y="503983"/>
                  <a:pt x="851092" y="504389"/>
                  <a:pt x="848044" y="504694"/>
                </a:cubicBezTo>
                <a:cubicBezTo>
                  <a:pt x="842761" y="505303"/>
                  <a:pt x="837960" y="506116"/>
                  <a:pt x="833642" y="507132"/>
                </a:cubicBezTo>
                <a:cubicBezTo>
                  <a:pt x="829324" y="508148"/>
                  <a:pt x="825616" y="509571"/>
                  <a:pt x="822517" y="511399"/>
                </a:cubicBezTo>
                <a:cubicBezTo>
                  <a:pt x="819418" y="513228"/>
                  <a:pt x="817031" y="515667"/>
                  <a:pt x="815354" y="518715"/>
                </a:cubicBezTo>
                <a:cubicBezTo>
                  <a:pt x="813678" y="521763"/>
                  <a:pt x="812840" y="525674"/>
                  <a:pt x="812840" y="530449"/>
                </a:cubicBezTo>
                <a:cubicBezTo>
                  <a:pt x="812840" y="534412"/>
                  <a:pt x="813551" y="537841"/>
                  <a:pt x="814973" y="540736"/>
                </a:cubicBezTo>
                <a:cubicBezTo>
                  <a:pt x="816396" y="543632"/>
                  <a:pt x="818351" y="546045"/>
                  <a:pt x="820841" y="547975"/>
                </a:cubicBezTo>
                <a:cubicBezTo>
                  <a:pt x="823330" y="549906"/>
                  <a:pt x="826276" y="551354"/>
                  <a:pt x="829680" y="552319"/>
                </a:cubicBezTo>
                <a:cubicBezTo>
                  <a:pt x="833083" y="553284"/>
                  <a:pt x="836715" y="553767"/>
                  <a:pt x="840576" y="553767"/>
                </a:cubicBezTo>
                <a:cubicBezTo>
                  <a:pt x="844031" y="553767"/>
                  <a:pt x="847155" y="553386"/>
                  <a:pt x="849949" y="552624"/>
                </a:cubicBezTo>
                <a:cubicBezTo>
                  <a:pt x="852743" y="551862"/>
                  <a:pt x="855257" y="550846"/>
                  <a:pt x="857493" y="549576"/>
                </a:cubicBezTo>
                <a:cubicBezTo>
                  <a:pt x="859728" y="548306"/>
                  <a:pt x="861709" y="546858"/>
                  <a:pt x="863436" y="545232"/>
                </a:cubicBezTo>
                <a:cubicBezTo>
                  <a:pt x="865163" y="543607"/>
                  <a:pt x="866688" y="541879"/>
                  <a:pt x="868008" y="540051"/>
                </a:cubicBezTo>
                <a:lnTo>
                  <a:pt x="868161" y="540051"/>
                </a:lnTo>
                <a:cubicBezTo>
                  <a:pt x="868973" y="544419"/>
                  <a:pt x="870498" y="547645"/>
                  <a:pt x="872733" y="549728"/>
                </a:cubicBezTo>
                <a:cubicBezTo>
                  <a:pt x="874968" y="551811"/>
                  <a:pt x="878270" y="552852"/>
                  <a:pt x="882639" y="552852"/>
                </a:cubicBezTo>
                <a:cubicBezTo>
                  <a:pt x="884366" y="552852"/>
                  <a:pt x="885814" y="552725"/>
                  <a:pt x="886982" y="552471"/>
                </a:cubicBezTo>
                <a:cubicBezTo>
                  <a:pt x="888151" y="552217"/>
                  <a:pt x="889243" y="551938"/>
                  <a:pt x="890259" y="551633"/>
                </a:cubicBezTo>
                <a:lnTo>
                  <a:pt x="890259" y="541727"/>
                </a:lnTo>
                <a:lnTo>
                  <a:pt x="889649" y="541727"/>
                </a:lnTo>
                <a:cubicBezTo>
                  <a:pt x="886093" y="542540"/>
                  <a:pt x="883756" y="542133"/>
                  <a:pt x="882639" y="540508"/>
                </a:cubicBezTo>
                <a:cubicBezTo>
                  <a:pt x="881521" y="538882"/>
                  <a:pt x="880962" y="536444"/>
                  <a:pt x="880962" y="533193"/>
                </a:cubicBezTo>
                <a:lnTo>
                  <a:pt x="880962" y="494940"/>
                </a:lnTo>
                <a:cubicBezTo>
                  <a:pt x="880962" y="489454"/>
                  <a:pt x="879997" y="484882"/>
                  <a:pt x="878067" y="481224"/>
                </a:cubicBezTo>
                <a:cubicBezTo>
                  <a:pt x="876136" y="477567"/>
                  <a:pt x="873444" y="474722"/>
                  <a:pt x="869990" y="472690"/>
                </a:cubicBezTo>
                <a:cubicBezTo>
                  <a:pt x="867348" y="471166"/>
                  <a:pt x="864351" y="470048"/>
                  <a:pt x="860998" y="469337"/>
                </a:cubicBezTo>
                <a:cubicBezTo>
                  <a:pt x="857645" y="468626"/>
                  <a:pt x="854038" y="468270"/>
                  <a:pt x="850178" y="468270"/>
                </a:cubicBezTo>
                <a:close/>
                <a:moveTo>
                  <a:pt x="765977" y="468270"/>
                </a:moveTo>
                <a:cubicBezTo>
                  <a:pt x="759881" y="468270"/>
                  <a:pt x="754369" y="469388"/>
                  <a:pt x="749441" y="471623"/>
                </a:cubicBezTo>
                <a:cubicBezTo>
                  <a:pt x="744513" y="473858"/>
                  <a:pt x="740323" y="476932"/>
                  <a:pt x="736868" y="480843"/>
                </a:cubicBezTo>
                <a:cubicBezTo>
                  <a:pt x="733414" y="484755"/>
                  <a:pt x="730747" y="489327"/>
                  <a:pt x="728867" y="494559"/>
                </a:cubicBezTo>
                <a:cubicBezTo>
                  <a:pt x="726988" y="499792"/>
                  <a:pt x="726048" y="505354"/>
                  <a:pt x="726048" y="511247"/>
                </a:cubicBezTo>
                <a:cubicBezTo>
                  <a:pt x="726048" y="517241"/>
                  <a:pt x="726988" y="522855"/>
                  <a:pt x="728867" y="528087"/>
                </a:cubicBezTo>
                <a:cubicBezTo>
                  <a:pt x="730747" y="533320"/>
                  <a:pt x="733414" y="537892"/>
                  <a:pt x="736868" y="541803"/>
                </a:cubicBezTo>
                <a:cubicBezTo>
                  <a:pt x="740323" y="545715"/>
                  <a:pt x="744513" y="548788"/>
                  <a:pt x="749441" y="551023"/>
                </a:cubicBezTo>
                <a:cubicBezTo>
                  <a:pt x="754369" y="553259"/>
                  <a:pt x="759881" y="554376"/>
                  <a:pt x="765977" y="554376"/>
                </a:cubicBezTo>
                <a:cubicBezTo>
                  <a:pt x="776441" y="554376"/>
                  <a:pt x="784747" y="551633"/>
                  <a:pt x="790894" y="546147"/>
                </a:cubicBezTo>
                <a:cubicBezTo>
                  <a:pt x="797041" y="540660"/>
                  <a:pt x="800571" y="532989"/>
                  <a:pt x="801486" y="523134"/>
                </a:cubicBezTo>
                <a:lnTo>
                  <a:pt x="787465" y="523134"/>
                </a:lnTo>
                <a:cubicBezTo>
                  <a:pt x="786957" y="529230"/>
                  <a:pt x="784849" y="534031"/>
                  <a:pt x="781140" y="537536"/>
                </a:cubicBezTo>
                <a:cubicBezTo>
                  <a:pt x="777432" y="541041"/>
                  <a:pt x="772377" y="542794"/>
                  <a:pt x="765977" y="542794"/>
                </a:cubicBezTo>
                <a:cubicBezTo>
                  <a:pt x="761811" y="542794"/>
                  <a:pt x="758128" y="541981"/>
                  <a:pt x="754928" y="540355"/>
                </a:cubicBezTo>
                <a:cubicBezTo>
                  <a:pt x="751727" y="538730"/>
                  <a:pt x="749060" y="536495"/>
                  <a:pt x="746927" y="533650"/>
                </a:cubicBezTo>
                <a:cubicBezTo>
                  <a:pt x="744793" y="530805"/>
                  <a:pt x="743193" y="527478"/>
                  <a:pt x="742126" y="523668"/>
                </a:cubicBezTo>
                <a:cubicBezTo>
                  <a:pt x="741059" y="519858"/>
                  <a:pt x="740526" y="515717"/>
                  <a:pt x="740526" y="511247"/>
                </a:cubicBezTo>
                <a:cubicBezTo>
                  <a:pt x="740526" y="506878"/>
                  <a:pt x="741059" y="502763"/>
                  <a:pt x="742126" y="498903"/>
                </a:cubicBezTo>
                <a:cubicBezTo>
                  <a:pt x="743193" y="495042"/>
                  <a:pt x="744793" y="491689"/>
                  <a:pt x="746927" y="488844"/>
                </a:cubicBezTo>
                <a:cubicBezTo>
                  <a:pt x="749060" y="485999"/>
                  <a:pt x="751727" y="483764"/>
                  <a:pt x="754928" y="482139"/>
                </a:cubicBezTo>
                <a:cubicBezTo>
                  <a:pt x="758128" y="480513"/>
                  <a:pt x="761811" y="479700"/>
                  <a:pt x="765977" y="479700"/>
                </a:cubicBezTo>
                <a:cubicBezTo>
                  <a:pt x="771971" y="479700"/>
                  <a:pt x="776746" y="481224"/>
                  <a:pt x="780302" y="484272"/>
                </a:cubicBezTo>
                <a:cubicBezTo>
                  <a:pt x="783858" y="487320"/>
                  <a:pt x="786144" y="491537"/>
                  <a:pt x="787160" y="496921"/>
                </a:cubicBezTo>
                <a:lnTo>
                  <a:pt x="801333" y="496921"/>
                </a:lnTo>
                <a:cubicBezTo>
                  <a:pt x="799911" y="488082"/>
                  <a:pt x="796126" y="481097"/>
                  <a:pt x="789980" y="475966"/>
                </a:cubicBezTo>
                <a:cubicBezTo>
                  <a:pt x="783833" y="470836"/>
                  <a:pt x="775832" y="468270"/>
                  <a:pt x="765977" y="468270"/>
                </a:cubicBezTo>
                <a:close/>
                <a:moveTo>
                  <a:pt x="589878" y="468270"/>
                </a:moveTo>
                <a:cubicBezTo>
                  <a:pt x="583884" y="468270"/>
                  <a:pt x="578804" y="469489"/>
                  <a:pt x="574638" y="471928"/>
                </a:cubicBezTo>
                <a:cubicBezTo>
                  <a:pt x="570473" y="474366"/>
                  <a:pt x="566917" y="477668"/>
                  <a:pt x="563970" y="481834"/>
                </a:cubicBezTo>
                <a:lnTo>
                  <a:pt x="563513" y="481834"/>
                </a:lnTo>
                <a:lnTo>
                  <a:pt x="563513" y="470251"/>
                </a:lnTo>
                <a:lnTo>
                  <a:pt x="549492" y="470251"/>
                </a:lnTo>
                <a:lnTo>
                  <a:pt x="549492" y="552090"/>
                </a:lnTo>
                <a:lnTo>
                  <a:pt x="563666" y="552090"/>
                </a:lnTo>
                <a:lnTo>
                  <a:pt x="563666" y="502255"/>
                </a:lnTo>
                <a:cubicBezTo>
                  <a:pt x="563666" y="499004"/>
                  <a:pt x="564199" y="496007"/>
                  <a:pt x="565266" y="493264"/>
                </a:cubicBezTo>
                <a:cubicBezTo>
                  <a:pt x="566333" y="490521"/>
                  <a:pt x="567831" y="488184"/>
                  <a:pt x="569762" y="486253"/>
                </a:cubicBezTo>
                <a:cubicBezTo>
                  <a:pt x="571692" y="484323"/>
                  <a:pt x="574003" y="482824"/>
                  <a:pt x="576696" y="481758"/>
                </a:cubicBezTo>
                <a:cubicBezTo>
                  <a:pt x="579388" y="480691"/>
                  <a:pt x="582309" y="480157"/>
                  <a:pt x="585459" y="480157"/>
                </a:cubicBezTo>
                <a:cubicBezTo>
                  <a:pt x="591047" y="480157"/>
                  <a:pt x="595441" y="481580"/>
                  <a:pt x="598641" y="484425"/>
                </a:cubicBezTo>
                <a:cubicBezTo>
                  <a:pt x="601842" y="487269"/>
                  <a:pt x="603442" y="491333"/>
                  <a:pt x="603442" y="496617"/>
                </a:cubicBezTo>
                <a:lnTo>
                  <a:pt x="603442" y="552090"/>
                </a:lnTo>
                <a:lnTo>
                  <a:pt x="617463" y="552090"/>
                </a:lnTo>
                <a:lnTo>
                  <a:pt x="617463" y="494940"/>
                </a:lnTo>
                <a:cubicBezTo>
                  <a:pt x="617463" y="486304"/>
                  <a:pt x="615024" y="479700"/>
                  <a:pt x="610148" y="475128"/>
                </a:cubicBezTo>
                <a:cubicBezTo>
                  <a:pt x="605271" y="470556"/>
                  <a:pt x="598514" y="468270"/>
                  <a:pt x="589878" y="468270"/>
                </a:cubicBezTo>
                <a:close/>
                <a:moveTo>
                  <a:pt x="498515" y="468270"/>
                </a:moveTo>
                <a:cubicBezTo>
                  <a:pt x="492622" y="468270"/>
                  <a:pt x="487262" y="469388"/>
                  <a:pt x="482436" y="471623"/>
                </a:cubicBezTo>
                <a:cubicBezTo>
                  <a:pt x="477610" y="473858"/>
                  <a:pt x="473496" y="476932"/>
                  <a:pt x="470092" y="480843"/>
                </a:cubicBezTo>
                <a:cubicBezTo>
                  <a:pt x="466688" y="484755"/>
                  <a:pt x="464047" y="489327"/>
                  <a:pt x="462167" y="494559"/>
                </a:cubicBezTo>
                <a:cubicBezTo>
                  <a:pt x="460288" y="499792"/>
                  <a:pt x="459348" y="505354"/>
                  <a:pt x="459348" y="511247"/>
                </a:cubicBezTo>
                <a:cubicBezTo>
                  <a:pt x="459348" y="517241"/>
                  <a:pt x="460237" y="522855"/>
                  <a:pt x="462015" y="528087"/>
                </a:cubicBezTo>
                <a:cubicBezTo>
                  <a:pt x="463793" y="533320"/>
                  <a:pt x="466409" y="537892"/>
                  <a:pt x="469863" y="541803"/>
                </a:cubicBezTo>
                <a:cubicBezTo>
                  <a:pt x="473318" y="545715"/>
                  <a:pt x="477509" y="548788"/>
                  <a:pt x="482436" y="551023"/>
                </a:cubicBezTo>
                <a:cubicBezTo>
                  <a:pt x="487364" y="553259"/>
                  <a:pt x="492977" y="554376"/>
                  <a:pt x="499277" y="554376"/>
                </a:cubicBezTo>
                <a:cubicBezTo>
                  <a:pt x="508725" y="554376"/>
                  <a:pt x="516574" y="552014"/>
                  <a:pt x="522822" y="547290"/>
                </a:cubicBezTo>
                <a:cubicBezTo>
                  <a:pt x="529071" y="542565"/>
                  <a:pt x="533109" y="536393"/>
                  <a:pt x="534938" y="528773"/>
                </a:cubicBezTo>
                <a:lnTo>
                  <a:pt x="521070" y="528773"/>
                </a:lnTo>
                <a:cubicBezTo>
                  <a:pt x="519749" y="533142"/>
                  <a:pt x="517234" y="536571"/>
                  <a:pt x="513526" y="539060"/>
                </a:cubicBezTo>
                <a:cubicBezTo>
                  <a:pt x="509818" y="541549"/>
                  <a:pt x="505119" y="542794"/>
                  <a:pt x="499429" y="542794"/>
                </a:cubicBezTo>
                <a:cubicBezTo>
                  <a:pt x="495467" y="542794"/>
                  <a:pt x="491961" y="542083"/>
                  <a:pt x="488913" y="540660"/>
                </a:cubicBezTo>
                <a:cubicBezTo>
                  <a:pt x="485865" y="539238"/>
                  <a:pt x="483275" y="537257"/>
                  <a:pt x="481141" y="534717"/>
                </a:cubicBezTo>
                <a:cubicBezTo>
                  <a:pt x="479007" y="532177"/>
                  <a:pt x="477331" y="529179"/>
                  <a:pt x="476112" y="525725"/>
                </a:cubicBezTo>
                <a:cubicBezTo>
                  <a:pt x="474893" y="522271"/>
                  <a:pt x="474131" y="518562"/>
                  <a:pt x="473826" y="514600"/>
                </a:cubicBezTo>
                <a:lnTo>
                  <a:pt x="536615" y="514600"/>
                </a:lnTo>
                <a:cubicBezTo>
                  <a:pt x="536615" y="507589"/>
                  <a:pt x="535776" y="501239"/>
                  <a:pt x="534100" y="495550"/>
                </a:cubicBezTo>
                <a:cubicBezTo>
                  <a:pt x="532424" y="489860"/>
                  <a:pt x="529909" y="484983"/>
                  <a:pt x="526556" y="480919"/>
                </a:cubicBezTo>
                <a:cubicBezTo>
                  <a:pt x="523305" y="476957"/>
                  <a:pt x="519343" y="473858"/>
                  <a:pt x="514669" y="471623"/>
                </a:cubicBezTo>
                <a:cubicBezTo>
                  <a:pt x="509995" y="469388"/>
                  <a:pt x="504611" y="468270"/>
                  <a:pt x="498515" y="468270"/>
                </a:cubicBezTo>
                <a:close/>
                <a:moveTo>
                  <a:pt x="173522" y="451049"/>
                </a:moveTo>
                <a:lnTo>
                  <a:pt x="173979" y="451049"/>
                </a:lnTo>
                <a:cubicBezTo>
                  <a:pt x="174588" y="453691"/>
                  <a:pt x="175249" y="456332"/>
                  <a:pt x="175960" y="458974"/>
                </a:cubicBezTo>
                <a:cubicBezTo>
                  <a:pt x="176570" y="461311"/>
                  <a:pt x="177281" y="463901"/>
                  <a:pt x="178094" y="466746"/>
                </a:cubicBezTo>
                <a:cubicBezTo>
                  <a:pt x="178906" y="469591"/>
                  <a:pt x="179821" y="472385"/>
                  <a:pt x="180837" y="475128"/>
                </a:cubicBezTo>
                <a:lnTo>
                  <a:pt x="191657" y="506827"/>
                </a:lnTo>
                <a:lnTo>
                  <a:pt x="155386" y="506827"/>
                </a:lnTo>
                <a:lnTo>
                  <a:pt x="166511" y="475128"/>
                </a:lnTo>
                <a:cubicBezTo>
                  <a:pt x="167426" y="472487"/>
                  <a:pt x="168289" y="469743"/>
                  <a:pt x="169102" y="466899"/>
                </a:cubicBezTo>
                <a:cubicBezTo>
                  <a:pt x="169915" y="464054"/>
                  <a:pt x="170677" y="461463"/>
                  <a:pt x="171388" y="459126"/>
                </a:cubicBezTo>
                <a:cubicBezTo>
                  <a:pt x="172099" y="456383"/>
                  <a:pt x="172810" y="453691"/>
                  <a:pt x="173522" y="451049"/>
                </a:cubicBezTo>
                <a:close/>
                <a:moveTo>
                  <a:pt x="909690" y="444496"/>
                </a:moveTo>
                <a:lnTo>
                  <a:pt x="909690" y="470251"/>
                </a:lnTo>
                <a:lnTo>
                  <a:pt x="896888" y="470251"/>
                </a:lnTo>
                <a:lnTo>
                  <a:pt x="896888" y="481224"/>
                </a:lnTo>
                <a:lnTo>
                  <a:pt x="909690" y="481224"/>
                </a:lnTo>
                <a:lnTo>
                  <a:pt x="909690" y="536088"/>
                </a:lnTo>
                <a:cubicBezTo>
                  <a:pt x="909690" y="542083"/>
                  <a:pt x="911417" y="546324"/>
                  <a:pt x="914871" y="548814"/>
                </a:cubicBezTo>
                <a:cubicBezTo>
                  <a:pt x="918326" y="551303"/>
                  <a:pt x="922796" y="552598"/>
                  <a:pt x="928283" y="552700"/>
                </a:cubicBezTo>
                <a:cubicBezTo>
                  <a:pt x="932042" y="552700"/>
                  <a:pt x="935852" y="552243"/>
                  <a:pt x="939713" y="551328"/>
                </a:cubicBezTo>
                <a:lnTo>
                  <a:pt x="939713" y="539441"/>
                </a:lnTo>
                <a:lnTo>
                  <a:pt x="939255" y="539441"/>
                </a:lnTo>
                <a:cubicBezTo>
                  <a:pt x="938443" y="539644"/>
                  <a:pt x="937350" y="539873"/>
                  <a:pt x="935979" y="540127"/>
                </a:cubicBezTo>
                <a:cubicBezTo>
                  <a:pt x="934607" y="540381"/>
                  <a:pt x="933312" y="540508"/>
                  <a:pt x="932093" y="540508"/>
                </a:cubicBezTo>
                <a:cubicBezTo>
                  <a:pt x="929451" y="540508"/>
                  <a:pt x="927394" y="539974"/>
                  <a:pt x="925920" y="538908"/>
                </a:cubicBezTo>
                <a:cubicBezTo>
                  <a:pt x="924447" y="537841"/>
                  <a:pt x="923711" y="535834"/>
                  <a:pt x="923711" y="532888"/>
                </a:cubicBezTo>
                <a:lnTo>
                  <a:pt x="923711" y="481224"/>
                </a:lnTo>
                <a:lnTo>
                  <a:pt x="940627" y="481224"/>
                </a:lnTo>
                <a:lnTo>
                  <a:pt x="940627" y="470251"/>
                </a:lnTo>
                <a:lnTo>
                  <a:pt x="923711" y="470251"/>
                </a:lnTo>
                <a:lnTo>
                  <a:pt x="923711" y="444496"/>
                </a:lnTo>
                <a:close/>
                <a:moveTo>
                  <a:pt x="642990" y="444496"/>
                </a:moveTo>
                <a:lnTo>
                  <a:pt x="642990" y="470251"/>
                </a:lnTo>
                <a:lnTo>
                  <a:pt x="630188" y="470251"/>
                </a:lnTo>
                <a:lnTo>
                  <a:pt x="630188" y="481224"/>
                </a:lnTo>
                <a:lnTo>
                  <a:pt x="642990" y="481224"/>
                </a:lnTo>
                <a:lnTo>
                  <a:pt x="642990" y="536088"/>
                </a:lnTo>
                <a:cubicBezTo>
                  <a:pt x="642990" y="542083"/>
                  <a:pt x="644717" y="546324"/>
                  <a:pt x="648171" y="548814"/>
                </a:cubicBezTo>
                <a:cubicBezTo>
                  <a:pt x="651626" y="551303"/>
                  <a:pt x="656096" y="552598"/>
                  <a:pt x="661583" y="552700"/>
                </a:cubicBezTo>
                <a:cubicBezTo>
                  <a:pt x="665342" y="552700"/>
                  <a:pt x="669152" y="552243"/>
                  <a:pt x="673013" y="551328"/>
                </a:cubicBezTo>
                <a:lnTo>
                  <a:pt x="673013" y="539441"/>
                </a:lnTo>
                <a:lnTo>
                  <a:pt x="672555" y="539441"/>
                </a:lnTo>
                <a:cubicBezTo>
                  <a:pt x="671743" y="539644"/>
                  <a:pt x="670650" y="539873"/>
                  <a:pt x="669279" y="540127"/>
                </a:cubicBezTo>
                <a:cubicBezTo>
                  <a:pt x="667907" y="540381"/>
                  <a:pt x="666612" y="540508"/>
                  <a:pt x="665393" y="540508"/>
                </a:cubicBezTo>
                <a:cubicBezTo>
                  <a:pt x="662751" y="540508"/>
                  <a:pt x="660694" y="539974"/>
                  <a:pt x="659220" y="538908"/>
                </a:cubicBezTo>
                <a:cubicBezTo>
                  <a:pt x="657747" y="537841"/>
                  <a:pt x="657011" y="535834"/>
                  <a:pt x="657011" y="532888"/>
                </a:cubicBezTo>
                <a:lnTo>
                  <a:pt x="657011" y="481224"/>
                </a:lnTo>
                <a:lnTo>
                  <a:pt x="673927" y="481224"/>
                </a:lnTo>
                <a:lnTo>
                  <a:pt x="673927" y="470251"/>
                </a:lnTo>
                <a:lnTo>
                  <a:pt x="657011" y="470251"/>
                </a:lnTo>
                <a:lnTo>
                  <a:pt x="657011" y="444496"/>
                </a:lnTo>
                <a:close/>
                <a:moveTo>
                  <a:pt x="328665" y="444496"/>
                </a:moveTo>
                <a:lnTo>
                  <a:pt x="328665" y="470251"/>
                </a:lnTo>
                <a:lnTo>
                  <a:pt x="315863" y="470251"/>
                </a:lnTo>
                <a:lnTo>
                  <a:pt x="315863" y="481224"/>
                </a:lnTo>
                <a:lnTo>
                  <a:pt x="328665" y="481224"/>
                </a:lnTo>
                <a:lnTo>
                  <a:pt x="328665" y="536088"/>
                </a:lnTo>
                <a:cubicBezTo>
                  <a:pt x="328665" y="542083"/>
                  <a:pt x="330392" y="546324"/>
                  <a:pt x="333846" y="548814"/>
                </a:cubicBezTo>
                <a:cubicBezTo>
                  <a:pt x="337301" y="551303"/>
                  <a:pt x="341771" y="552598"/>
                  <a:pt x="347258" y="552700"/>
                </a:cubicBezTo>
                <a:cubicBezTo>
                  <a:pt x="351017" y="552700"/>
                  <a:pt x="354827" y="552243"/>
                  <a:pt x="358688" y="551328"/>
                </a:cubicBezTo>
                <a:lnTo>
                  <a:pt x="358688" y="539441"/>
                </a:lnTo>
                <a:lnTo>
                  <a:pt x="358230" y="539441"/>
                </a:lnTo>
                <a:cubicBezTo>
                  <a:pt x="357418" y="539644"/>
                  <a:pt x="356325" y="539873"/>
                  <a:pt x="354954" y="540127"/>
                </a:cubicBezTo>
                <a:cubicBezTo>
                  <a:pt x="353582" y="540381"/>
                  <a:pt x="352287" y="540508"/>
                  <a:pt x="351068" y="540508"/>
                </a:cubicBezTo>
                <a:cubicBezTo>
                  <a:pt x="348426" y="540508"/>
                  <a:pt x="346369" y="539974"/>
                  <a:pt x="344895" y="538908"/>
                </a:cubicBezTo>
                <a:cubicBezTo>
                  <a:pt x="343422" y="537841"/>
                  <a:pt x="342686" y="535834"/>
                  <a:pt x="342686" y="532888"/>
                </a:cubicBezTo>
                <a:lnTo>
                  <a:pt x="342686" y="481224"/>
                </a:lnTo>
                <a:lnTo>
                  <a:pt x="359602" y="481224"/>
                </a:lnTo>
                <a:lnTo>
                  <a:pt x="359602" y="470251"/>
                </a:lnTo>
                <a:lnTo>
                  <a:pt x="342686" y="470251"/>
                </a:lnTo>
                <a:lnTo>
                  <a:pt x="342686" y="444496"/>
                </a:lnTo>
                <a:close/>
                <a:moveTo>
                  <a:pt x="1101942" y="438705"/>
                </a:moveTo>
                <a:lnTo>
                  <a:pt x="1101942" y="467661"/>
                </a:lnTo>
                <a:cubicBezTo>
                  <a:pt x="1101942" y="470404"/>
                  <a:pt x="1101968" y="473147"/>
                  <a:pt x="1102019" y="475890"/>
                </a:cubicBezTo>
                <a:cubicBezTo>
                  <a:pt x="1102069" y="478633"/>
                  <a:pt x="1102196" y="480919"/>
                  <a:pt x="1102400" y="482748"/>
                </a:cubicBezTo>
                <a:lnTo>
                  <a:pt x="1102095" y="482748"/>
                </a:lnTo>
                <a:cubicBezTo>
                  <a:pt x="1099453" y="478379"/>
                  <a:pt x="1095922" y="474874"/>
                  <a:pt x="1091503" y="472233"/>
                </a:cubicBezTo>
                <a:cubicBezTo>
                  <a:pt x="1087083" y="469591"/>
                  <a:pt x="1081978" y="468270"/>
                  <a:pt x="1076187" y="468270"/>
                </a:cubicBezTo>
                <a:cubicBezTo>
                  <a:pt x="1071107" y="468270"/>
                  <a:pt x="1066382" y="469261"/>
                  <a:pt x="1062014" y="471242"/>
                </a:cubicBezTo>
                <a:cubicBezTo>
                  <a:pt x="1057645" y="473223"/>
                  <a:pt x="1053860" y="476068"/>
                  <a:pt x="1050660" y="479776"/>
                </a:cubicBezTo>
                <a:cubicBezTo>
                  <a:pt x="1047459" y="483485"/>
                  <a:pt x="1044945" y="488006"/>
                  <a:pt x="1043116" y="493340"/>
                </a:cubicBezTo>
                <a:cubicBezTo>
                  <a:pt x="1041287" y="498674"/>
                  <a:pt x="1040373" y="504694"/>
                  <a:pt x="1040373" y="511399"/>
                </a:cubicBezTo>
                <a:cubicBezTo>
                  <a:pt x="1040373" y="518003"/>
                  <a:pt x="1041211" y="523972"/>
                  <a:pt x="1042887" y="529306"/>
                </a:cubicBezTo>
                <a:cubicBezTo>
                  <a:pt x="1044564" y="534640"/>
                  <a:pt x="1046977" y="539162"/>
                  <a:pt x="1050126" y="542870"/>
                </a:cubicBezTo>
                <a:cubicBezTo>
                  <a:pt x="1053276" y="546578"/>
                  <a:pt x="1057086" y="549449"/>
                  <a:pt x="1061556" y="551481"/>
                </a:cubicBezTo>
                <a:cubicBezTo>
                  <a:pt x="1066027" y="553513"/>
                  <a:pt x="1071005" y="554529"/>
                  <a:pt x="1076492" y="554529"/>
                </a:cubicBezTo>
                <a:cubicBezTo>
                  <a:pt x="1082283" y="554529"/>
                  <a:pt x="1087287" y="553284"/>
                  <a:pt x="1091503" y="550795"/>
                </a:cubicBezTo>
                <a:cubicBezTo>
                  <a:pt x="1095719" y="548306"/>
                  <a:pt x="1099148" y="544826"/>
                  <a:pt x="1101790" y="540355"/>
                </a:cubicBezTo>
                <a:lnTo>
                  <a:pt x="1102095" y="540355"/>
                </a:lnTo>
                <a:lnTo>
                  <a:pt x="1102095" y="552090"/>
                </a:lnTo>
                <a:lnTo>
                  <a:pt x="1116116" y="552090"/>
                </a:lnTo>
                <a:lnTo>
                  <a:pt x="1116116" y="438705"/>
                </a:lnTo>
                <a:close/>
                <a:moveTo>
                  <a:pt x="692063" y="438705"/>
                </a:moveTo>
                <a:lnTo>
                  <a:pt x="692063" y="455164"/>
                </a:lnTo>
                <a:lnTo>
                  <a:pt x="706845" y="455164"/>
                </a:lnTo>
                <a:lnTo>
                  <a:pt x="706845" y="438705"/>
                </a:lnTo>
                <a:close/>
                <a:moveTo>
                  <a:pt x="378042" y="438705"/>
                </a:moveTo>
                <a:lnTo>
                  <a:pt x="378042" y="552090"/>
                </a:lnTo>
                <a:lnTo>
                  <a:pt x="392216" y="552090"/>
                </a:lnTo>
                <a:lnTo>
                  <a:pt x="392216" y="502255"/>
                </a:lnTo>
                <a:cubicBezTo>
                  <a:pt x="392216" y="499004"/>
                  <a:pt x="392749" y="496007"/>
                  <a:pt x="393816" y="493264"/>
                </a:cubicBezTo>
                <a:cubicBezTo>
                  <a:pt x="394883" y="490521"/>
                  <a:pt x="396381" y="488184"/>
                  <a:pt x="398312" y="486253"/>
                </a:cubicBezTo>
                <a:cubicBezTo>
                  <a:pt x="400242" y="484323"/>
                  <a:pt x="402553" y="482824"/>
                  <a:pt x="405246" y="481758"/>
                </a:cubicBezTo>
                <a:cubicBezTo>
                  <a:pt x="407938" y="480691"/>
                  <a:pt x="410859" y="480157"/>
                  <a:pt x="414009" y="480157"/>
                </a:cubicBezTo>
                <a:cubicBezTo>
                  <a:pt x="419597" y="480157"/>
                  <a:pt x="423991" y="481580"/>
                  <a:pt x="427191" y="484425"/>
                </a:cubicBezTo>
                <a:cubicBezTo>
                  <a:pt x="430392" y="487269"/>
                  <a:pt x="431992" y="491333"/>
                  <a:pt x="431992" y="496617"/>
                </a:cubicBezTo>
                <a:lnTo>
                  <a:pt x="431992" y="552090"/>
                </a:lnTo>
                <a:lnTo>
                  <a:pt x="446013" y="552090"/>
                </a:lnTo>
                <a:lnTo>
                  <a:pt x="446013" y="494940"/>
                </a:lnTo>
                <a:cubicBezTo>
                  <a:pt x="446013" y="486304"/>
                  <a:pt x="443574" y="479700"/>
                  <a:pt x="438698" y="475128"/>
                </a:cubicBezTo>
                <a:cubicBezTo>
                  <a:pt x="433821" y="470556"/>
                  <a:pt x="427064" y="468270"/>
                  <a:pt x="418428" y="468270"/>
                </a:cubicBezTo>
                <a:cubicBezTo>
                  <a:pt x="412434" y="468270"/>
                  <a:pt x="407329" y="469489"/>
                  <a:pt x="403112" y="471928"/>
                </a:cubicBezTo>
                <a:cubicBezTo>
                  <a:pt x="398896" y="474366"/>
                  <a:pt x="395264" y="477770"/>
                  <a:pt x="392216" y="482139"/>
                </a:cubicBezTo>
                <a:lnTo>
                  <a:pt x="391758" y="482139"/>
                </a:lnTo>
                <a:cubicBezTo>
                  <a:pt x="391860" y="480107"/>
                  <a:pt x="391962" y="477821"/>
                  <a:pt x="392063" y="475281"/>
                </a:cubicBezTo>
                <a:cubicBezTo>
                  <a:pt x="392165" y="472741"/>
                  <a:pt x="392216" y="470455"/>
                  <a:pt x="392216" y="468423"/>
                </a:cubicBezTo>
                <a:lnTo>
                  <a:pt x="392216" y="438705"/>
                </a:lnTo>
                <a:close/>
                <a:moveTo>
                  <a:pt x="164987" y="438705"/>
                </a:moveTo>
                <a:lnTo>
                  <a:pt x="123534" y="552090"/>
                </a:lnTo>
                <a:lnTo>
                  <a:pt x="139536" y="552090"/>
                </a:lnTo>
                <a:lnTo>
                  <a:pt x="151119" y="519019"/>
                </a:lnTo>
                <a:lnTo>
                  <a:pt x="195772" y="519019"/>
                </a:lnTo>
                <a:lnTo>
                  <a:pt x="207050" y="552090"/>
                </a:lnTo>
                <a:lnTo>
                  <a:pt x="224118" y="552090"/>
                </a:lnTo>
                <a:lnTo>
                  <a:pt x="182361" y="438705"/>
                </a:lnTo>
                <a:close/>
                <a:moveTo>
                  <a:pt x="644514" y="277923"/>
                </a:moveTo>
                <a:cubicBezTo>
                  <a:pt x="634963" y="277923"/>
                  <a:pt x="627572" y="279980"/>
                  <a:pt x="622340" y="284095"/>
                </a:cubicBezTo>
                <a:cubicBezTo>
                  <a:pt x="617107" y="288210"/>
                  <a:pt x="614491" y="293772"/>
                  <a:pt x="614491" y="300783"/>
                </a:cubicBezTo>
                <a:cubicBezTo>
                  <a:pt x="614491" y="305253"/>
                  <a:pt x="615329" y="308911"/>
                  <a:pt x="617006" y="311755"/>
                </a:cubicBezTo>
                <a:cubicBezTo>
                  <a:pt x="618682" y="314600"/>
                  <a:pt x="620917" y="316886"/>
                  <a:pt x="623711" y="318613"/>
                </a:cubicBezTo>
                <a:cubicBezTo>
                  <a:pt x="626505" y="320341"/>
                  <a:pt x="629756" y="321712"/>
                  <a:pt x="633465" y="322728"/>
                </a:cubicBezTo>
                <a:cubicBezTo>
                  <a:pt x="637173" y="323744"/>
                  <a:pt x="641009" y="324659"/>
                  <a:pt x="644971" y="325471"/>
                </a:cubicBezTo>
                <a:cubicBezTo>
                  <a:pt x="652185" y="326894"/>
                  <a:pt x="657544" y="328494"/>
                  <a:pt x="661049" y="330272"/>
                </a:cubicBezTo>
                <a:cubicBezTo>
                  <a:pt x="664554" y="332050"/>
                  <a:pt x="666307" y="335174"/>
                  <a:pt x="666307" y="339645"/>
                </a:cubicBezTo>
                <a:cubicBezTo>
                  <a:pt x="666307" y="343302"/>
                  <a:pt x="664859" y="346376"/>
                  <a:pt x="661964" y="348865"/>
                </a:cubicBezTo>
                <a:cubicBezTo>
                  <a:pt x="659068" y="351354"/>
                  <a:pt x="654369" y="352599"/>
                  <a:pt x="647866" y="352599"/>
                </a:cubicBezTo>
                <a:cubicBezTo>
                  <a:pt x="644920" y="352599"/>
                  <a:pt x="642177" y="352319"/>
                  <a:pt x="639637" y="351760"/>
                </a:cubicBezTo>
                <a:cubicBezTo>
                  <a:pt x="637097" y="351202"/>
                  <a:pt x="634836" y="350313"/>
                  <a:pt x="632855" y="349093"/>
                </a:cubicBezTo>
                <a:cubicBezTo>
                  <a:pt x="630874" y="347874"/>
                  <a:pt x="629223" y="346249"/>
                  <a:pt x="627902" y="344217"/>
                </a:cubicBezTo>
                <a:cubicBezTo>
                  <a:pt x="626581" y="342185"/>
                  <a:pt x="625718" y="339695"/>
                  <a:pt x="625311" y="336749"/>
                </a:cubicBezTo>
                <a:lnTo>
                  <a:pt x="610986" y="336749"/>
                </a:lnTo>
                <a:cubicBezTo>
                  <a:pt x="611595" y="345080"/>
                  <a:pt x="614999" y="351710"/>
                  <a:pt x="621197" y="356637"/>
                </a:cubicBezTo>
                <a:cubicBezTo>
                  <a:pt x="627394" y="361565"/>
                  <a:pt x="636183" y="364029"/>
                  <a:pt x="647562" y="364029"/>
                </a:cubicBezTo>
                <a:cubicBezTo>
                  <a:pt x="652337" y="364029"/>
                  <a:pt x="656756" y="363495"/>
                  <a:pt x="660820" y="362428"/>
                </a:cubicBezTo>
                <a:cubicBezTo>
                  <a:pt x="664884" y="361362"/>
                  <a:pt x="668364" y="359787"/>
                  <a:pt x="671260" y="357704"/>
                </a:cubicBezTo>
                <a:cubicBezTo>
                  <a:pt x="674156" y="355621"/>
                  <a:pt x="676416" y="353005"/>
                  <a:pt x="678042" y="349855"/>
                </a:cubicBezTo>
                <a:cubicBezTo>
                  <a:pt x="679667" y="346706"/>
                  <a:pt x="680480" y="343048"/>
                  <a:pt x="680480" y="338883"/>
                </a:cubicBezTo>
                <a:cubicBezTo>
                  <a:pt x="680480" y="334107"/>
                  <a:pt x="679667" y="330221"/>
                  <a:pt x="678042" y="327224"/>
                </a:cubicBezTo>
                <a:cubicBezTo>
                  <a:pt x="676416" y="324227"/>
                  <a:pt x="674206" y="321814"/>
                  <a:pt x="671412" y="319985"/>
                </a:cubicBezTo>
                <a:cubicBezTo>
                  <a:pt x="668618" y="318156"/>
                  <a:pt x="665393" y="316734"/>
                  <a:pt x="661735" y="315718"/>
                </a:cubicBezTo>
                <a:cubicBezTo>
                  <a:pt x="658077" y="314702"/>
                  <a:pt x="654217" y="313787"/>
                  <a:pt x="650153" y="312975"/>
                </a:cubicBezTo>
                <a:cubicBezTo>
                  <a:pt x="646698" y="312263"/>
                  <a:pt x="643625" y="311603"/>
                  <a:pt x="640932" y="310993"/>
                </a:cubicBezTo>
                <a:cubicBezTo>
                  <a:pt x="638240" y="310384"/>
                  <a:pt x="635954" y="309622"/>
                  <a:pt x="634074" y="308707"/>
                </a:cubicBezTo>
                <a:cubicBezTo>
                  <a:pt x="632195" y="307793"/>
                  <a:pt x="630772" y="306650"/>
                  <a:pt x="629807" y="305278"/>
                </a:cubicBezTo>
                <a:cubicBezTo>
                  <a:pt x="628842" y="303907"/>
                  <a:pt x="628359" y="302154"/>
                  <a:pt x="628359" y="300021"/>
                </a:cubicBezTo>
                <a:cubicBezTo>
                  <a:pt x="628359" y="296871"/>
                  <a:pt x="629604" y="294179"/>
                  <a:pt x="632093" y="291943"/>
                </a:cubicBezTo>
                <a:cubicBezTo>
                  <a:pt x="634582" y="289708"/>
                  <a:pt x="638621" y="288591"/>
                  <a:pt x="644209" y="288591"/>
                </a:cubicBezTo>
                <a:cubicBezTo>
                  <a:pt x="650102" y="288591"/>
                  <a:pt x="654547" y="289708"/>
                  <a:pt x="657544" y="291943"/>
                </a:cubicBezTo>
                <a:cubicBezTo>
                  <a:pt x="660541" y="294179"/>
                  <a:pt x="662345" y="297430"/>
                  <a:pt x="662954" y="301697"/>
                </a:cubicBezTo>
                <a:lnTo>
                  <a:pt x="677127" y="301697"/>
                </a:lnTo>
                <a:cubicBezTo>
                  <a:pt x="676213" y="294585"/>
                  <a:pt x="673114" y="288845"/>
                  <a:pt x="667831" y="284476"/>
                </a:cubicBezTo>
                <a:cubicBezTo>
                  <a:pt x="662548" y="280107"/>
                  <a:pt x="654775" y="277923"/>
                  <a:pt x="644514" y="277923"/>
                </a:cubicBezTo>
                <a:close/>
                <a:moveTo>
                  <a:pt x="580353" y="248205"/>
                </a:moveTo>
                <a:lnTo>
                  <a:pt x="580353" y="361590"/>
                </a:lnTo>
                <a:lnTo>
                  <a:pt x="595898" y="361590"/>
                </a:lnTo>
                <a:lnTo>
                  <a:pt x="595898" y="248205"/>
                </a:lnTo>
                <a:close/>
                <a:moveTo>
                  <a:pt x="630195" y="0"/>
                </a:moveTo>
                <a:lnTo>
                  <a:pt x="1260389" y="500449"/>
                </a:lnTo>
                <a:lnTo>
                  <a:pt x="630195" y="1000897"/>
                </a:lnTo>
                <a:lnTo>
                  <a:pt x="0" y="50044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2CCBE7-86FF-7961-BD38-D46ACE998552}"/>
              </a:ext>
            </a:extLst>
          </p:cNvPr>
          <p:cNvCxnSpPr>
            <a:stCxn id="17" idx="2"/>
          </p:cNvCxnSpPr>
          <p:nvPr/>
        </p:nvCxnSpPr>
        <p:spPr>
          <a:xfrm flipH="1">
            <a:off x="3385751" y="3756337"/>
            <a:ext cx="1" cy="60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3B3C11-3AD7-B82B-6085-633B118682C5}"/>
              </a:ext>
            </a:extLst>
          </p:cNvPr>
          <p:cNvCxnSpPr/>
          <p:nvPr/>
        </p:nvCxnSpPr>
        <p:spPr>
          <a:xfrm flipH="1">
            <a:off x="1124465" y="4861059"/>
            <a:ext cx="1631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F995C3F-5F0C-6BA2-38D9-3553271FE72C}"/>
              </a:ext>
            </a:extLst>
          </p:cNvPr>
          <p:cNvSpPr txBox="1"/>
          <p:nvPr/>
        </p:nvSpPr>
        <p:spPr>
          <a:xfrm>
            <a:off x="2163463" y="4608655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F0F943-EDEC-B31F-9A4A-E6765E2881BA}"/>
              </a:ext>
            </a:extLst>
          </p:cNvPr>
          <p:cNvSpPr txBox="1"/>
          <p:nvPr/>
        </p:nvSpPr>
        <p:spPr>
          <a:xfrm>
            <a:off x="4831490" y="3356228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4D4FC2-DA64-1D3F-2C24-525CFFD7590C}"/>
              </a:ext>
            </a:extLst>
          </p:cNvPr>
          <p:cNvCxnSpPr/>
          <p:nvPr/>
        </p:nvCxnSpPr>
        <p:spPr>
          <a:xfrm flipV="1">
            <a:off x="1124465" y="3571557"/>
            <a:ext cx="0" cy="128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DD0D22-3733-FBEE-D861-9315F1A63D93}"/>
              </a:ext>
            </a:extLst>
          </p:cNvPr>
          <p:cNvCxnSpPr>
            <a:endCxn id="17" idx="1"/>
          </p:cNvCxnSpPr>
          <p:nvPr/>
        </p:nvCxnSpPr>
        <p:spPr>
          <a:xfrm>
            <a:off x="1124465" y="3602448"/>
            <a:ext cx="1223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4DC4C4-BB4A-154E-B21A-2921FE80CE89}"/>
              </a:ext>
            </a:extLst>
          </p:cNvPr>
          <p:cNvSpPr txBox="1"/>
          <p:nvPr/>
        </p:nvSpPr>
        <p:spPr>
          <a:xfrm>
            <a:off x="1297459" y="1904603"/>
            <a:ext cx="254548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 To Forgot Password Page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C3B93E8-5132-188F-66B0-B104B1E635B8}"/>
              </a:ext>
            </a:extLst>
          </p:cNvPr>
          <p:cNvCxnSpPr>
            <a:stCxn id="17" idx="0"/>
            <a:endCxn id="35" idx="2"/>
          </p:cNvCxnSpPr>
          <p:nvPr/>
        </p:nvCxnSpPr>
        <p:spPr>
          <a:xfrm flipH="1" flipV="1">
            <a:off x="2570204" y="2181602"/>
            <a:ext cx="815548" cy="1266958"/>
          </a:xfrm>
          <a:prstGeom prst="straightConnector1">
            <a:avLst/>
          </a:prstGeom>
          <a:ln>
            <a:headEnd type="triangle" w="med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D343B8-A624-761B-D082-9CCC1D83B16E}"/>
              </a:ext>
            </a:extLst>
          </p:cNvPr>
          <p:cNvSpPr txBox="1"/>
          <p:nvPr/>
        </p:nvSpPr>
        <p:spPr>
          <a:xfrm>
            <a:off x="1503413" y="2682050"/>
            <a:ext cx="1713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Click on “Forgot Password” link.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4804B5-9EE7-C829-219B-D4CB3FE521FE}"/>
              </a:ext>
            </a:extLst>
          </p:cNvPr>
          <p:cNvGrpSpPr/>
          <p:nvPr/>
        </p:nvGrpSpPr>
        <p:grpSpPr>
          <a:xfrm>
            <a:off x="5465804" y="5529843"/>
            <a:ext cx="1198605" cy="1179655"/>
            <a:chOff x="9255209" y="3356228"/>
            <a:chExt cx="1198605" cy="11796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DCF080-AA54-DDE8-A3D0-145BF0E6D07B}"/>
                </a:ext>
              </a:extLst>
            </p:cNvPr>
            <p:cNvSpPr txBox="1"/>
            <p:nvPr/>
          </p:nvSpPr>
          <p:spPr>
            <a:xfrm>
              <a:off x="9366422" y="3571557"/>
              <a:ext cx="9761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Must Change Password?</a:t>
              </a:r>
            </a:p>
          </p:txBody>
        </p:sp>
        <p:sp>
          <p:nvSpPr>
            <p:cNvPr id="41" name="Diamond 40">
              <a:extLst>
                <a:ext uri="{FF2B5EF4-FFF2-40B4-BE49-F238E27FC236}">
                  <a16:creationId xmlns:a16="http://schemas.microsoft.com/office/drawing/2014/main" id="{1DD3030C-4E59-9331-C058-1DA89B107ED7}"/>
                </a:ext>
              </a:extLst>
            </p:cNvPr>
            <p:cNvSpPr/>
            <p:nvPr/>
          </p:nvSpPr>
          <p:spPr>
            <a:xfrm>
              <a:off x="9255209" y="3356228"/>
              <a:ext cx="1198605" cy="1179655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635104E-2848-F91D-5929-7333A2E78F2D}"/>
              </a:ext>
            </a:extLst>
          </p:cNvPr>
          <p:cNvCxnSpPr/>
          <p:nvPr/>
        </p:nvCxnSpPr>
        <p:spPr>
          <a:xfrm>
            <a:off x="3385750" y="5361508"/>
            <a:ext cx="0" cy="706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CC00537-F9FA-D4AE-BE67-ED7B89BA3546}"/>
              </a:ext>
            </a:extLst>
          </p:cNvPr>
          <p:cNvCxnSpPr>
            <a:endCxn id="41" idx="1"/>
          </p:cNvCxnSpPr>
          <p:nvPr/>
        </p:nvCxnSpPr>
        <p:spPr>
          <a:xfrm>
            <a:off x="3385750" y="6068337"/>
            <a:ext cx="2080054" cy="5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87E2BD3-8F7B-1E65-C269-8A26E1BAC44F}"/>
              </a:ext>
            </a:extLst>
          </p:cNvPr>
          <p:cNvSpPr txBox="1"/>
          <p:nvPr/>
        </p:nvSpPr>
        <p:spPr>
          <a:xfrm>
            <a:off x="3340439" y="5513015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B4B88D-B964-495E-1FF2-564F06C59553}"/>
              </a:ext>
            </a:extLst>
          </p:cNvPr>
          <p:cNvSpPr txBox="1"/>
          <p:nvPr/>
        </p:nvSpPr>
        <p:spPr>
          <a:xfrm>
            <a:off x="7887729" y="5832394"/>
            <a:ext cx="247959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Must Change Process/Page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B367AB-8F5F-0920-5BFD-65B89D0423EE}"/>
              </a:ext>
            </a:extLst>
          </p:cNvPr>
          <p:cNvCxnSpPr>
            <a:stCxn id="41" idx="0"/>
          </p:cNvCxnSpPr>
          <p:nvPr/>
        </p:nvCxnSpPr>
        <p:spPr>
          <a:xfrm flipH="1" flipV="1">
            <a:off x="6065106" y="5276559"/>
            <a:ext cx="1" cy="25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B47403B-7DF4-C649-71FC-0770ECEC4A2E}"/>
              </a:ext>
            </a:extLst>
          </p:cNvPr>
          <p:cNvCxnSpPr>
            <a:stCxn id="41" idx="3"/>
            <a:endCxn id="48" idx="1"/>
          </p:cNvCxnSpPr>
          <p:nvPr/>
        </p:nvCxnSpPr>
        <p:spPr>
          <a:xfrm flipV="1">
            <a:off x="6664409" y="6094004"/>
            <a:ext cx="1223320" cy="25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069558B-F051-4554-CED3-D21418C1D60D}"/>
              </a:ext>
            </a:extLst>
          </p:cNvPr>
          <p:cNvSpPr txBox="1"/>
          <p:nvPr/>
        </p:nvSpPr>
        <p:spPr>
          <a:xfrm>
            <a:off x="6077463" y="5315950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2DA915-205B-D38A-94EF-C709E66695EB}"/>
              </a:ext>
            </a:extLst>
          </p:cNvPr>
          <p:cNvSpPr txBox="1"/>
          <p:nvPr/>
        </p:nvSpPr>
        <p:spPr>
          <a:xfrm>
            <a:off x="6967146" y="5868311"/>
            <a:ext cx="35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7A97AE-8D58-B345-379B-9AAEE193E507}"/>
              </a:ext>
            </a:extLst>
          </p:cNvPr>
          <p:cNvCxnSpPr>
            <a:stCxn id="48" idx="0"/>
          </p:cNvCxnSpPr>
          <p:nvPr/>
        </p:nvCxnSpPr>
        <p:spPr>
          <a:xfrm flipV="1">
            <a:off x="9127524" y="4731765"/>
            <a:ext cx="0" cy="110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CFAB53D-F578-1F59-5840-B81CCDFD2A6A}"/>
              </a:ext>
            </a:extLst>
          </p:cNvPr>
          <p:cNvCxnSpPr/>
          <p:nvPr/>
        </p:nvCxnSpPr>
        <p:spPr>
          <a:xfrm flipH="1">
            <a:off x="7325491" y="4731765"/>
            <a:ext cx="1802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9963046-FD24-28CE-DA55-755A27711919}"/>
              </a:ext>
            </a:extLst>
          </p:cNvPr>
          <p:cNvSpPr txBox="1"/>
          <p:nvPr/>
        </p:nvSpPr>
        <p:spPr>
          <a:xfrm>
            <a:off x="9354065" y="2471351"/>
            <a:ext cx="1977081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Display Employee’s Schedule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A510EEC-1FB4-71AC-F566-DA427957FB99}"/>
              </a:ext>
            </a:extLst>
          </p:cNvPr>
          <p:cNvCxnSpPr>
            <a:endCxn id="59" idx="1"/>
          </p:cNvCxnSpPr>
          <p:nvPr/>
        </p:nvCxnSpPr>
        <p:spPr>
          <a:xfrm flipV="1">
            <a:off x="7300781" y="2732961"/>
            <a:ext cx="2053284" cy="171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41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C62D-86B5-AAAA-2574-1951482F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Forgot Password Display/Page	</a:t>
            </a:r>
          </a:p>
        </p:txBody>
      </p:sp>
    </p:spTree>
    <p:extLst>
      <p:ext uri="{BB962C8B-B14F-4D97-AF65-F5344CB8AC3E}">
        <p14:creationId xmlns:p14="http://schemas.microsoft.com/office/powerpoint/2010/main" val="1319150815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112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Oasis</vt:lpstr>
      <vt:lpstr>Scheduler v4 Flow</vt:lpstr>
      <vt:lpstr>Start Up and Initial Access</vt:lpstr>
      <vt:lpstr>Forgot Password Display/Page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Erne</dc:creator>
  <cp:lastModifiedBy>Anton Erne</cp:lastModifiedBy>
  <cp:revision>3</cp:revision>
  <dcterms:created xsi:type="dcterms:W3CDTF">2026-03-13T05:34:25Z</dcterms:created>
  <dcterms:modified xsi:type="dcterms:W3CDTF">2026-03-13T06:12:00Z</dcterms:modified>
</cp:coreProperties>
</file>